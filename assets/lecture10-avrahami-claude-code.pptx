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47832-03ED-4BE9-90A2-30817CF46938}" v="24" dt="2026-09-15T13:38:52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avrahami" userId="176848096704a753" providerId="LiveId" clId="{A5C81ADB-FBB5-487C-BD9D-2394336AA81E}"/>
    <pc:docChg chg="undo redo custSel addSld modSld">
      <pc:chgData name="paul avrahami" userId="176848096704a753" providerId="LiveId" clId="{A5C81ADB-FBB5-487C-BD9D-2394336AA81E}" dt="2026-09-15T16:35:18.563" v="3150" actId="14100"/>
      <pc:docMkLst>
        <pc:docMk/>
      </pc:docMkLst>
      <pc:sldChg chg="modSp mod">
        <pc:chgData name="paul avrahami" userId="176848096704a753" providerId="LiveId" clId="{A5C81ADB-FBB5-487C-BD9D-2394336AA81E}" dt="2026-09-15T03:15:25.874" v="2103" actId="20577"/>
        <pc:sldMkLst>
          <pc:docMk/>
          <pc:sldMk cId="4104966444" sldId="256"/>
        </pc:sldMkLst>
        <pc:spChg chg="mod">
          <ac:chgData name="paul avrahami" userId="176848096704a753" providerId="LiveId" clId="{A5C81ADB-FBB5-487C-BD9D-2394336AA81E}" dt="2026-09-15T03:15:13.679" v="2079" actId="20577"/>
          <ac:spMkLst>
            <pc:docMk/>
            <pc:sldMk cId="4104966444" sldId="256"/>
            <ac:spMk id="2" creationId="{712198AF-E2CD-3A27-B8FA-C8A462C09A47}"/>
          </ac:spMkLst>
        </pc:spChg>
        <pc:spChg chg="mod">
          <ac:chgData name="paul avrahami" userId="176848096704a753" providerId="LiveId" clId="{A5C81ADB-FBB5-487C-BD9D-2394336AA81E}" dt="2026-09-15T03:15:25.874" v="2103" actId="20577"/>
          <ac:spMkLst>
            <pc:docMk/>
            <pc:sldMk cId="4104966444" sldId="256"/>
            <ac:spMk id="3" creationId="{889B0879-4CCC-25E7-EE62-AF1FA27D2B9B}"/>
          </ac:spMkLst>
        </pc:spChg>
      </pc:sldChg>
      <pc:sldChg chg="modSp mod">
        <pc:chgData name="paul avrahami" userId="176848096704a753" providerId="LiveId" clId="{A5C81ADB-FBB5-487C-BD9D-2394336AA81E}" dt="2026-09-15T16:32:47.105" v="3141" actId="113"/>
        <pc:sldMkLst>
          <pc:docMk/>
          <pc:sldMk cId="1090194609" sldId="257"/>
        </pc:sldMkLst>
        <pc:spChg chg="mod">
          <ac:chgData name="paul avrahami" userId="176848096704a753" providerId="LiveId" clId="{A5C81ADB-FBB5-487C-BD9D-2394336AA81E}" dt="2026-09-15T16:32:47.105" v="3141" actId="113"/>
          <ac:spMkLst>
            <pc:docMk/>
            <pc:sldMk cId="1090194609" sldId="257"/>
            <ac:spMk id="10" creationId="{EFAF0FC3-CA94-5C8A-857C-B8A0C552F0D7}"/>
          </ac:spMkLst>
        </pc:spChg>
      </pc:sldChg>
      <pc:sldChg chg="modSp mod">
        <pc:chgData name="paul avrahami" userId="176848096704a753" providerId="LiveId" clId="{A5C81ADB-FBB5-487C-BD9D-2394336AA81E}" dt="2026-09-15T13:40:51.105" v="3007" actId="113"/>
        <pc:sldMkLst>
          <pc:docMk/>
          <pc:sldMk cId="3864276520" sldId="258"/>
        </pc:sldMkLst>
        <pc:spChg chg="mod">
          <ac:chgData name="paul avrahami" userId="176848096704a753" providerId="LiveId" clId="{A5C81ADB-FBB5-487C-BD9D-2394336AA81E}" dt="2026-09-15T13:40:51.105" v="3007" actId="113"/>
          <ac:spMkLst>
            <pc:docMk/>
            <pc:sldMk cId="3864276520" sldId="258"/>
            <ac:spMk id="6" creationId="{B95C8049-269D-C70A-DE12-05EA3E316829}"/>
          </ac:spMkLst>
        </pc:spChg>
        <pc:picChg chg="mod">
          <ac:chgData name="paul avrahami" userId="176848096704a753" providerId="LiveId" clId="{A5C81ADB-FBB5-487C-BD9D-2394336AA81E}" dt="2026-09-15T13:38:57.884" v="2990" actId="1076"/>
          <ac:picMkLst>
            <pc:docMk/>
            <pc:sldMk cId="3864276520" sldId="258"/>
            <ac:picMk id="5" creationId="{9E2FE280-D100-9EE9-BD75-B3A2EEB0DF64}"/>
          </ac:picMkLst>
        </pc:picChg>
      </pc:sldChg>
      <pc:sldChg chg="modSp mod">
        <pc:chgData name="paul avrahami" userId="176848096704a753" providerId="LiveId" clId="{A5C81ADB-FBB5-487C-BD9D-2394336AA81E}" dt="2026-09-15T13:41:11.249" v="3012" actId="1076"/>
        <pc:sldMkLst>
          <pc:docMk/>
          <pc:sldMk cId="3992147179" sldId="259"/>
        </pc:sldMkLst>
        <pc:spChg chg="mod">
          <ac:chgData name="paul avrahami" userId="176848096704a753" providerId="LiveId" clId="{A5C81ADB-FBB5-487C-BD9D-2394336AA81E}" dt="2026-09-15T13:41:11.249" v="3012" actId="1076"/>
          <ac:spMkLst>
            <pc:docMk/>
            <pc:sldMk cId="3992147179" sldId="259"/>
            <ac:spMk id="6" creationId="{14B079AF-45D9-C73E-E6DA-AF92818DE5BB}"/>
          </ac:spMkLst>
        </pc:spChg>
      </pc:sldChg>
      <pc:sldChg chg="modSp mod">
        <pc:chgData name="paul avrahami" userId="176848096704a753" providerId="LiveId" clId="{A5C81ADB-FBB5-487C-BD9D-2394336AA81E}" dt="2026-09-15T13:41:19.617" v="3013" actId="1076"/>
        <pc:sldMkLst>
          <pc:docMk/>
          <pc:sldMk cId="953063423" sldId="260"/>
        </pc:sldMkLst>
        <pc:spChg chg="mod">
          <ac:chgData name="paul avrahami" userId="176848096704a753" providerId="LiveId" clId="{A5C81ADB-FBB5-487C-BD9D-2394336AA81E}" dt="2026-09-15T13:41:19.617" v="3013" actId="1076"/>
          <ac:spMkLst>
            <pc:docMk/>
            <pc:sldMk cId="953063423" sldId="260"/>
            <ac:spMk id="12" creationId="{338BE437-1588-063E-E10F-A51594A4FB4F}"/>
          </ac:spMkLst>
        </pc:spChg>
      </pc:sldChg>
      <pc:sldChg chg="addSp modSp mod">
        <pc:chgData name="paul avrahami" userId="176848096704a753" providerId="LiveId" clId="{A5C81ADB-FBB5-487C-BD9D-2394336AA81E}" dt="2026-09-15T13:41:37.345" v="3016" actId="113"/>
        <pc:sldMkLst>
          <pc:docMk/>
          <pc:sldMk cId="3903484741" sldId="261"/>
        </pc:sldMkLst>
        <pc:spChg chg="mod">
          <ac:chgData name="paul avrahami" userId="176848096704a753" providerId="LiveId" clId="{A5C81ADB-FBB5-487C-BD9D-2394336AA81E}" dt="2026-09-14T06:11:11.015" v="161" actId="313"/>
          <ac:spMkLst>
            <pc:docMk/>
            <pc:sldMk cId="3903484741" sldId="261"/>
            <ac:spMk id="2" creationId="{57E95A77-9DAA-6076-5204-ADCFA8317148}"/>
          </ac:spMkLst>
        </pc:spChg>
        <pc:spChg chg="mod">
          <ac:chgData name="paul avrahami" userId="176848096704a753" providerId="LiveId" clId="{A5C81ADB-FBB5-487C-BD9D-2394336AA81E}" dt="2026-09-14T06:06:00.819" v="21" actId="1076"/>
          <ac:spMkLst>
            <pc:docMk/>
            <pc:sldMk cId="3903484741" sldId="261"/>
            <ac:spMk id="8" creationId="{D74AD81D-BDAB-3B72-018F-A77276BD0164}"/>
          </ac:spMkLst>
        </pc:spChg>
        <pc:spChg chg="mod">
          <ac:chgData name="paul avrahami" userId="176848096704a753" providerId="LiveId" clId="{A5C81ADB-FBB5-487C-BD9D-2394336AA81E}" dt="2026-09-14T06:05:53.677" v="19" actId="1076"/>
          <ac:spMkLst>
            <pc:docMk/>
            <pc:sldMk cId="3903484741" sldId="261"/>
            <ac:spMk id="10" creationId="{FA86293B-4D40-3332-5B0C-C52C48E6D1D7}"/>
          </ac:spMkLst>
        </pc:spChg>
        <pc:spChg chg="add mod">
          <ac:chgData name="paul avrahami" userId="176848096704a753" providerId="LiveId" clId="{A5C81ADB-FBB5-487C-BD9D-2394336AA81E}" dt="2026-09-14T06:06:52.969" v="55" actId="313"/>
          <ac:spMkLst>
            <pc:docMk/>
            <pc:sldMk cId="3903484741" sldId="261"/>
            <ac:spMk id="14" creationId="{304F9C37-D45B-6BB9-B898-92C144E4D98C}"/>
          </ac:spMkLst>
        </pc:spChg>
        <pc:spChg chg="add mod">
          <ac:chgData name="paul avrahami" userId="176848096704a753" providerId="LiveId" clId="{A5C81ADB-FBB5-487C-BD9D-2394336AA81E}" dt="2026-09-15T13:41:37.345" v="3016" actId="113"/>
          <ac:spMkLst>
            <pc:docMk/>
            <pc:sldMk cId="3903484741" sldId="261"/>
            <ac:spMk id="17" creationId="{14CDDF15-315A-C343-7125-B11E2202A4AD}"/>
          </ac:spMkLst>
        </pc:spChg>
        <pc:picChg chg="mod">
          <ac:chgData name="paul avrahami" userId="176848096704a753" providerId="LiveId" clId="{A5C81ADB-FBB5-487C-BD9D-2394336AA81E}" dt="2026-09-14T06:05:56.737" v="20" actId="1076"/>
          <ac:picMkLst>
            <pc:docMk/>
            <pc:sldMk cId="3903484741" sldId="261"/>
            <ac:picMk id="5" creationId="{919A522D-81E8-81ED-7578-7FF781443A2E}"/>
          </ac:picMkLst>
        </pc:picChg>
        <pc:picChg chg="mod">
          <ac:chgData name="paul avrahami" userId="176848096704a753" providerId="LiveId" clId="{A5C81ADB-FBB5-487C-BD9D-2394336AA81E}" dt="2026-09-14T06:06:05.782" v="22" actId="14100"/>
          <ac:picMkLst>
            <pc:docMk/>
            <pc:sldMk cId="3903484741" sldId="261"/>
            <ac:picMk id="7" creationId="{5DAE3564-1DA1-63CC-F03C-5069807453DE}"/>
          </ac:picMkLst>
        </pc:picChg>
        <pc:picChg chg="add mod">
          <ac:chgData name="paul avrahami" userId="176848096704a753" providerId="LiveId" clId="{A5C81ADB-FBB5-487C-BD9D-2394336AA81E}" dt="2026-09-14T06:06:34.209" v="27" actId="1076"/>
          <ac:picMkLst>
            <pc:docMk/>
            <pc:sldMk cId="3903484741" sldId="261"/>
            <ac:picMk id="12" creationId="{B343C78C-C58B-F74E-92E8-A4FFA774947D}"/>
          </ac:picMkLst>
        </pc:picChg>
        <pc:picChg chg="add mod">
          <ac:chgData name="paul avrahami" userId="176848096704a753" providerId="LiveId" clId="{A5C81ADB-FBB5-487C-BD9D-2394336AA81E}" dt="2026-09-14T06:10:06.067" v="59" actId="1076"/>
          <ac:picMkLst>
            <pc:docMk/>
            <pc:sldMk cId="3903484741" sldId="261"/>
            <ac:picMk id="16" creationId="{8E8BCB1D-7588-14E6-1D27-7E0D836DC74F}"/>
          </ac:picMkLst>
        </pc:picChg>
      </pc:sldChg>
      <pc:sldChg chg="addSp delSp modSp new mod">
        <pc:chgData name="paul avrahami" userId="176848096704a753" providerId="LiveId" clId="{A5C81ADB-FBB5-487C-BD9D-2394336AA81E}" dt="2026-09-15T13:41:49.014" v="3018" actId="113"/>
        <pc:sldMkLst>
          <pc:docMk/>
          <pc:sldMk cId="3155878327" sldId="262"/>
        </pc:sldMkLst>
        <pc:spChg chg="mod">
          <ac:chgData name="paul avrahami" userId="176848096704a753" providerId="LiveId" clId="{A5C81ADB-FBB5-487C-BD9D-2394336AA81E}" dt="2026-09-14T09:43:26.482" v="247" actId="1076"/>
          <ac:spMkLst>
            <pc:docMk/>
            <pc:sldMk cId="3155878327" sldId="262"/>
            <ac:spMk id="2" creationId="{8119E1F7-EA05-E9EE-2277-17078F4DB9B0}"/>
          </ac:spMkLst>
        </pc:spChg>
        <pc:spChg chg="del">
          <ac:chgData name="paul avrahami" userId="176848096704a753" providerId="LiveId" clId="{A5C81ADB-FBB5-487C-BD9D-2394336AA81E}" dt="2026-09-14T09:40:10.822" v="184" actId="478"/>
          <ac:spMkLst>
            <pc:docMk/>
            <pc:sldMk cId="3155878327" sldId="262"/>
            <ac:spMk id="3" creationId="{9F6B38BB-0A7C-754F-EE1D-AE50019E890C}"/>
          </ac:spMkLst>
        </pc:spChg>
        <pc:spChg chg="add mod">
          <ac:chgData name="paul avrahami" userId="176848096704a753" providerId="LiveId" clId="{A5C81ADB-FBB5-487C-BD9D-2394336AA81E}" dt="2026-09-15T13:41:49.014" v="3018" actId="113"/>
          <ac:spMkLst>
            <pc:docMk/>
            <pc:sldMk cId="3155878327" sldId="262"/>
            <ac:spMk id="10" creationId="{AC2BCF01-9E94-4676-73D1-487E3443497A}"/>
          </ac:spMkLst>
        </pc:spChg>
        <pc:spChg chg="add mod">
          <ac:chgData name="paul avrahami" userId="176848096704a753" providerId="LiveId" clId="{A5C81ADB-FBB5-487C-BD9D-2394336AA81E}" dt="2026-09-14T09:43:54.709" v="286" actId="20577"/>
          <ac:spMkLst>
            <pc:docMk/>
            <pc:sldMk cId="3155878327" sldId="262"/>
            <ac:spMk id="12" creationId="{77100969-1C6E-7B46-51B7-F3BDC3BA4FCE}"/>
          </ac:spMkLst>
        </pc:spChg>
        <pc:picChg chg="add mod">
          <ac:chgData name="paul avrahami" userId="176848096704a753" providerId="LiveId" clId="{A5C81ADB-FBB5-487C-BD9D-2394336AA81E}" dt="2026-09-14T09:43:36.621" v="253" actId="1076"/>
          <ac:picMkLst>
            <pc:docMk/>
            <pc:sldMk cId="3155878327" sldId="262"/>
            <ac:picMk id="5" creationId="{52E258E7-35B6-4608-B1F4-EAC710F0634C}"/>
          </ac:picMkLst>
        </pc:picChg>
        <pc:picChg chg="add mod">
          <ac:chgData name="paul avrahami" userId="176848096704a753" providerId="LiveId" clId="{A5C81ADB-FBB5-487C-BD9D-2394336AA81E}" dt="2026-09-14T09:43:35.050" v="252" actId="1076"/>
          <ac:picMkLst>
            <pc:docMk/>
            <pc:sldMk cId="3155878327" sldId="262"/>
            <ac:picMk id="7" creationId="{4BC212CD-E662-9371-1B9E-BC80FC44C583}"/>
          </ac:picMkLst>
        </pc:picChg>
        <pc:picChg chg="add mod">
          <ac:chgData name="paul avrahami" userId="176848096704a753" providerId="LiveId" clId="{A5C81ADB-FBB5-487C-BD9D-2394336AA81E}" dt="2026-09-14T09:42:45.839" v="195" actId="1076"/>
          <ac:picMkLst>
            <pc:docMk/>
            <pc:sldMk cId="3155878327" sldId="262"/>
            <ac:picMk id="9" creationId="{31FFDB5E-D7C1-C05C-308B-718421F2DBE3}"/>
          </ac:picMkLst>
        </pc:picChg>
      </pc:sldChg>
      <pc:sldChg chg="addSp delSp modSp new mod">
        <pc:chgData name="paul avrahami" userId="176848096704a753" providerId="LiveId" clId="{A5C81ADB-FBB5-487C-BD9D-2394336AA81E}" dt="2026-09-15T16:32:51.227" v="3142" actId="1076"/>
        <pc:sldMkLst>
          <pc:docMk/>
          <pc:sldMk cId="3020674649" sldId="263"/>
        </pc:sldMkLst>
        <pc:spChg chg="mod">
          <ac:chgData name="paul avrahami" userId="176848096704a753" providerId="LiveId" clId="{A5C81ADB-FBB5-487C-BD9D-2394336AA81E}" dt="2026-09-14T09:48:00.066" v="305" actId="313"/>
          <ac:spMkLst>
            <pc:docMk/>
            <pc:sldMk cId="3020674649" sldId="263"/>
            <ac:spMk id="2" creationId="{9E2D4930-02F2-3503-95FB-C4AE04F90A3E}"/>
          </ac:spMkLst>
        </pc:spChg>
        <pc:spChg chg="del">
          <ac:chgData name="paul avrahami" userId="176848096704a753" providerId="LiveId" clId="{A5C81ADB-FBB5-487C-BD9D-2394336AA81E}" dt="2026-09-14T09:48:03.358" v="306" actId="478"/>
          <ac:spMkLst>
            <pc:docMk/>
            <pc:sldMk cId="3020674649" sldId="263"/>
            <ac:spMk id="3" creationId="{D0D2BDD1-6E20-733D-23C1-32B33994AC7B}"/>
          </ac:spMkLst>
        </pc:spChg>
        <pc:spChg chg="add mod">
          <ac:chgData name="paul avrahami" userId="176848096704a753" providerId="LiveId" clId="{A5C81ADB-FBB5-487C-BD9D-2394336AA81E}" dt="2026-09-15T16:32:51.227" v="3142" actId="1076"/>
          <ac:spMkLst>
            <pc:docMk/>
            <pc:sldMk cId="3020674649" sldId="263"/>
            <ac:spMk id="4" creationId="{22008EE6-2A74-941E-CF10-31CF5ABD6346}"/>
          </ac:spMkLst>
        </pc:spChg>
        <pc:spChg chg="add mod">
          <ac:chgData name="paul avrahami" userId="176848096704a753" providerId="LiveId" clId="{A5C81ADB-FBB5-487C-BD9D-2394336AA81E}" dt="2026-09-15T13:42:08.547" v="3024" actId="14100"/>
          <ac:spMkLst>
            <pc:docMk/>
            <pc:sldMk cId="3020674649" sldId="263"/>
            <ac:spMk id="5" creationId="{209B4C64-5796-FA28-0ACB-D4F4759DB28A}"/>
          </ac:spMkLst>
        </pc:spChg>
        <pc:spChg chg="add mod">
          <ac:chgData name="paul avrahami" userId="176848096704a753" providerId="LiveId" clId="{A5C81ADB-FBB5-487C-BD9D-2394336AA81E}" dt="2026-09-14T10:05:07.812" v="661" actId="1076"/>
          <ac:spMkLst>
            <pc:docMk/>
            <pc:sldMk cId="3020674649" sldId="263"/>
            <ac:spMk id="11" creationId="{E49D84D1-38D4-2884-F1E4-3DF0A2CDDF71}"/>
          </ac:spMkLst>
        </pc:spChg>
        <pc:spChg chg="add mod">
          <ac:chgData name="paul avrahami" userId="176848096704a753" providerId="LiveId" clId="{A5C81ADB-FBB5-487C-BD9D-2394336AA81E}" dt="2026-09-15T13:42:19.376" v="3027" actId="14100"/>
          <ac:spMkLst>
            <pc:docMk/>
            <pc:sldMk cId="3020674649" sldId="263"/>
            <ac:spMk id="14" creationId="{7BCE0CAE-10D8-18B1-9342-15CF0E3D7922}"/>
          </ac:spMkLst>
        </pc:spChg>
        <pc:picChg chg="add mod">
          <ac:chgData name="paul avrahami" userId="176848096704a753" providerId="LiveId" clId="{A5C81ADB-FBB5-487C-BD9D-2394336AA81E}" dt="2026-09-14T10:01:49.173" v="554" actId="1076"/>
          <ac:picMkLst>
            <pc:docMk/>
            <pc:sldMk cId="3020674649" sldId="263"/>
            <ac:picMk id="7" creationId="{9A50F31C-DF6A-C4CA-9FA5-4B9766ECC5B7}"/>
          </ac:picMkLst>
        </pc:picChg>
        <pc:picChg chg="add mod">
          <ac:chgData name="paul avrahami" userId="176848096704a753" providerId="LiveId" clId="{A5C81ADB-FBB5-487C-BD9D-2394336AA81E}" dt="2026-09-14T10:05:09.254" v="662" actId="1076"/>
          <ac:picMkLst>
            <pc:docMk/>
            <pc:sldMk cId="3020674649" sldId="263"/>
            <ac:picMk id="9" creationId="{567093B6-7D2B-A717-4FAC-E511832053BC}"/>
          </ac:picMkLst>
        </pc:picChg>
        <pc:picChg chg="add mod">
          <ac:chgData name="paul avrahami" userId="176848096704a753" providerId="LiveId" clId="{A5C81ADB-FBB5-487C-BD9D-2394336AA81E}" dt="2026-09-15T13:42:17.064" v="3026" actId="1076"/>
          <ac:picMkLst>
            <pc:docMk/>
            <pc:sldMk cId="3020674649" sldId="263"/>
            <ac:picMk id="13" creationId="{E6AC807C-2209-BB08-8392-6E95CE0FC848}"/>
          </ac:picMkLst>
        </pc:picChg>
      </pc:sldChg>
      <pc:sldChg chg="addSp delSp modSp new mod">
        <pc:chgData name="paul avrahami" userId="176848096704a753" providerId="LiveId" clId="{A5C81ADB-FBB5-487C-BD9D-2394336AA81E}" dt="2026-09-15T13:42:43.362" v="3033" actId="1076"/>
        <pc:sldMkLst>
          <pc:docMk/>
          <pc:sldMk cId="3509068758" sldId="264"/>
        </pc:sldMkLst>
        <pc:spChg chg="mod">
          <ac:chgData name="paul avrahami" userId="176848096704a753" providerId="LiveId" clId="{A5C81ADB-FBB5-487C-BD9D-2394336AA81E}" dt="2026-09-14T10:06:32.805" v="751" actId="20577"/>
          <ac:spMkLst>
            <pc:docMk/>
            <pc:sldMk cId="3509068758" sldId="264"/>
            <ac:spMk id="2" creationId="{1E039606-B823-2D42-BC1B-E1B65D071AEE}"/>
          </ac:spMkLst>
        </pc:spChg>
        <pc:spChg chg="del">
          <ac:chgData name="paul avrahami" userId="176848096704a753" providerId="LiveId" clId="{A5C81ADB-FBB5-487C-BD9D-2394336AA81E}" dt="2026-09-14T10:15:13.710" v="753" actId="478"/>
          <ac:spMkLst>
            <pc:docMk/>
            <pc:sldMk cId="3509068758" sldId="264"/>
            <ac:spMk id="3" creationId="{84CACF7D-4023-99AC-CC43-3BCFC15C14C7}"/>
          </ac:spMkLst>
        </pc:spChg>
        <pc:spChg chg="add mod">
          <ac:chgData name="paul avrahami" userId="176848096704a753" providerId="LiveId" clId="{A5C81ADB-FBB5-487C-BD9D-2394336AA81E}" dt="2026-09-15T13:42:32.580" v="3029" actId="113"/>
          <ac:spMkLst>
            <pc:docMk/>
            <pc:sldMk cId="3509068758" sldId="264"/>
            <ac:spMk id="6" creationId="{3E0AE95B-15B4-3C74-A28D-681587F5C970}"/>
          </ac:spMkLst>
        </pc:spChg>
        <pc:spChg chg="add mod">
          <ac:chgData name="paul avrahami" userId="176848096704a753" providerId="LiveId" clId="{A5C81ADB-FBB5-487C-BD9D-2394336AA81E}" dt="2026-09-15T13:42:28.728" v="3028" actId="113"/>
          <ac:spMkLst>
            <pc:docMk/>
            <pc:sldMk cId="3509068758" sldId="264"/>
            <ac:spMk id="9" creationId="{A5E28C63-3A3B-649E-22A6-3D1B1E8095D5}"/>
          </ac:spMkLst>
        </pc:spChg>
        <pc:spChg chg="add mod">
          <ac:chgData name="paul avrahami" userId="176848096704a753" providerId="LiveId" clId="{A5C81ADB-FBB5-487C-BD9D-2394336AA81E}" dt="2026-09-15T13:42:43.362" v="3033" actId="1076"/>
          <ac:spMkLst>
            <pc:docMk/>
            <pc:sldMk cId="3509068758" sldId="264"/>
            <ac:spMk id="14" creationId="{3CEB44B4-03F7-26B6-C7AD-20AFAF90E00B}"/>
          </ac:spMkLst>
        </pc:spChg>
        <pc:picChg chg="add mod">
          <ac:chgData name="paul avrahami" userId="176848096704a753" providerId="LiveId" clId="{A5C81ADB-FBB5-487C-BD9D-2394336AA81E}" dt="2026-09-14T10:15:33.100" v="754" actId="1076"/>
          <ac:picMkLst>
            <pc:docMk/>
            <pc:sldMk cId="3509068758" sldId="264"/>
            <ac:picMk id="5" creationId="{CF23889A-87FF-0070-0250-31C432657773}"/>
          </ac:picMkLst>
        </pc:picChg>
        <pc:picChg chg="add mod">
          <ac:chgData name="paul avrahami" userId="176848096704a753" providerId="LiveId" clId="{A5C81ADB-FBB5-487C-BD9D-2394336AA81E}" dt="2026-09-14T10:20:44.207" v="847" actId="14100"/>
          <ac:picMkLst>
            <pc:docMk/>
            <pc:sldMk cId="3509068758" sldId="264"/>
            <ac:picMk id="8" creationId="{D216D4B2-6A0E-95BD-0766-1AE6BC7ABB15}"/>
          </ac:picMkLst>
        </pc:picChg>
        <pc:picChg chg="add mod">
          <ac:chgData name="paul avrahami" userId="176848096704a753" providerId="LiveId" clId="{A5C81ADB-FBB5-487C-BD9D-2394336AA81E}" dt="2026-09-14T10:41:08.791" v="849" actId="1076"/>
          <ac:picMkLst>
            <pc:docMk/>
            <pc:sldMk cId="3509068758" sldId="264"/>
            <ac:picMk id="11" creationId="{C1A62A6C-B037-5441-4F8B-529260E8FB0D}"/>
          </ac:picMkLst>
        </pc:picChg>
        <pc:picChg chg="add mod">
          <ac:chgData name="paul avrahami" userId="176848096704a753" providerId="LiveId" clId="{A5C81ADB-FBB5-487C-BD9D-2394336AA81E}" dt="2026-09-14T10:43:06.378" v="852" actId="14100"/>
          <ac:picMkLst>
            <pc:docMk/>
            <pc:sldMk cId="3509068758" sldId="264"/>
            <ac:picMk id="13" creationId="{084DC63D-ADA9-CA20-F551-CBD0598BC72D}"/>
          </ac:picMkLst>
        </pc:picChg>
      </pc:sldChg>
      <pc:sldChg chg="addSp delSp modSp new mod">
        <pc:chgData name="paul avrahami" userId="176848096704a753" providerId="LiveId" clId="{A5C81ADB-FBB5-487C-BD9D-2394336AA81E}" dt="2026-09-15T13:43:57.692" v="3048" actId="14100"/>
        <pc:sldMkLst>
          <pc:docMk/>
          <pc:sldMk cId="3521043773" sldId="265"/>
        </pc:sldMkLst>
        <pc:spChg chg="mod">
          <ac:chgData name="paul avrahami" userId="176848096704a753" providerId="LiveId" clId="{A5C81ADB-FBB5-487C-BD9D-2394336AA81E}" dt="2026-09-14T10:49:06.535" v="1165" actId="20577"/>
          <ac:spMkLst>
            <pc:docMk/>
            <pc:sldMk cId="3521043773" sldId="265"/>
            <ac:spMk id="2" creationId="{8F824EBC-5655-9B37-5EB1-4E1F3741A76C}"/>
          </ac:spMkLst>
        </pc:spChg>
        <pc:spChg chg="del">
          <ac:chgData name="paul avrahami" userId="176848096704a753" providerId="LiveId" clId="{A5C81ADB-FBB5-487C-BD9D-2394336AA81E}" dt="2026-09-14T10:45:01.371" v="906" actId="478"/>
          <ac:spMkLst>
            <pc:docMk/>
            <pc:sldMk cId="3521043773" sldId="265"/>
            <ac:spMk id="3" creationId="{E45D6EE7-8BAE-675D-32D8-C82E3B21AE32}"/>
          </ac:spMkLst>
        </pc:spChg>
        <pc:spChg chg="add mod">
          <ac:chgData name="paul avrahami" userId="176848096704a753" providerId="LiveId" clId="{A5C81ADB-FBB5-487C-BD9D-2394336AA81E}" dt="2026-09-15T13:42:48.554" v="3034" actId="113"/>
          <ac:spMkLst>
            <pc:docMk/>
            <pc:sldMk cId="3521043773" sldId="265"/>
            <ac:spMk id="8" creationId="{20790470-1465-0BAD-4F3B-277D62A70042}"/>
          </ac:spMkLst>
        </pc:spChg>
        <pc:spChg chg="add mod">
          <ac:chgData name="paul avrahami" userId="176848096704a753" providerId="LiveId" clId="{A5C81ADB-FBB5-487C-BD9D-2394336AA81E}" dt="2026-09-15T13:43:21.571" v="3044" actId="1076"/>
          <ac:spMkLst>
            <pc:docMk/>
            <pc:sldMk cId="3521043773" sldId="265"/>
            <ac:spMk id="9" creationId="{53A50AD1-39D4-09CC-8FB0-D7DE2770998F}"/>
          </ac:spMkLst>
        </pc:spChg>
        <pc:spChg chg="add mod">
          <ac:chgData name="paul avrahami" userId="176848096704a753" providerId="LiveId" clId="{A5C81ADB-FBB5-487C-BD9D-2394336AA81E}" dt="2026-09-15T13:43:26.433" v="3046" actId="1076"/>
          <ac:spMkLst>
            <pc:docMk/>
            <pc:sldMk cId="3521043773" sldId="265"/>
            <ac:spMk id="13" creationId="{9569DE15-E31C-4338-A737-756B081EFF6A}"/>
          </ac:spMkLst>
        </pc:spChg>
        <pc:spChg chg="add mod">
          <ac:chgData name="paul avrahami" userId="176848096704a753" providerId="LiveId" clId="{A5C81ADB-FBB5-487C-BD9D-2394336AA81E}" dt="2026-09-15T13:43:29.744" v="3047" actId="1076"/>
          <ac:spMkLst>
            <pc:docMk/>
            <pc:sldMk cId="3521043773" sldId="265"/>
            <ac:spMk id="17" creationId="{52EAC1BF-55BC-B1E5-5673-23A0B627F25E}"/>
          </ac:spMkLst>
        </pc:spChg>
        <pc:spChg chg="add mod">
          <ac:chgData name="paul avrahami" userId="176848096704a753" providerId="LiveId" clId="{A5C81ADB-FBB5-487C-BD9D-2394336AA81E}" dt="2026-09-15T13:43:09.746" v="3041" actId="1076"/>
          <ac:spMkLst>
            <pc:docMk/>
            <pc:sldMk cId="3521043773" sldId="265"/>
            <ac:spMk id="20" creationId="{F7669A34-55F0-2CDE-3AFC-93B503B7E7EB}"/>
          </ac:spMkLst>
        </pc:spChg>
        <pc:spChg chg="add mod">
          <ac:chgData name="paul avrahami" userId="176848096704a753" providerId="LiveId" clId="{A5C81ADB-FBB5-487C-BD9D-2394336AA81E}" dt="2026-09-15T13:43:15.053" v="3043" actId="14100"/>
          <ac:spMkLst>
            <pc:docMk/>
            <pc:sldMk cId="3521043773" sldId="265"/>
            <ac:spMk id="22" creationId="{FBF79EA9-33C8-639A-03C0-28DEFC93BE4D}"/>
          </ac:spMkLst>
        </pc:spChg>
        <pc:picChg chg="add mod">
          <ac:chgData name="paul avrahami" userId="176848096704a753" providerId="LiveId" clId="{A5C81ADB-FBB5-487C-BD9D-2394336AA81E}" dt="2026-09-14T10:48:49.210" v="1127" actId="1076"/>
          <ac:picMkLst>
            <pc:docMk/>
            <pc:sldMk cId="3521043773" sldId="265"/>
            <ac:picMk id="5" creationId="{26CDD877-98B4-C243-8DF2-26DE7AF08949}"/>
          </ac:picMkLst>
        </pc:picChg>
        <pc:picChg chg="add mod">
          <ac:chgData name="paul avrahami" userId="176848096704a753" providerId="LiveId" clId="{A5C81ADB-FBB5-487C-BD9D-2394336AA81E}" dt="2026-09-14T10:48:49.210" v="1127" actId="1076"/>
          <ac:picMkLst>
            <pc:docMk/>
            <pc:sldMk cId="3521043773" sldId="265"/>
            <ac:picMk id="7" creationId="{7F2BF5CC-6CD3-A030-E37E-E0231C9F4444}"/>
          </ac:picMkLst>
        </pc:picChg>
        <pc:picChg chg="add mod">
          <ac:chgData name="paul avrahami" userId="176848096704a753" providerId="LiveId" clId="{A5C81ADB-FBB5-487C-BD9D-2394336AA81E}" dt="2026-09-14T10:48:49.210" v="1127" actId="1076"/>
          <ac:picMkLst>
            <pc:docMk/>
            <pc:sldMk cId="3521043773" sldId="265"/>
            <ac:picMk id="11" creationId="{B8C91B15-A972-AFC5-1D33-CDDBAF3377D3}"/>
          </ac:picMkLst>
        </pc:picChg>
        <pc:picChg chg="add mod">
          <ac:chgData name="paul avrahami" userId="176848096704a753" providerId="LiveId" clId="{A5C81ADB-FBB5-487C-BD9D-2394336AA81E}" dt="2026-09-14T10:49:15.829" v="1168" actId="1076"/>
          <ac:picMkLst>
            <pc:docMk/>
            <pc:sldMk cId="3521043773" sldId="265"/>
            <ac:picMk id="15" creationId="{71642AA8-CB64-16F1-4EBD-1C0E209374B5}"/>
          </ac:picMkLst>
        </pc:picChg>
        <pc:picChg chg="add mod">
          <ac:chgData name="paul avrahami" userId="176848096704a753" providerId="LiveId" clId="{A5C81ADB-FBB5-487C-BD9D-2394336AA81E}" dt="2026-09-15T13:43:57.692" v="3048" actId="14100"/>
          <ac:picMkLst>
            <pc:docMk/>
            <pc:sldMk cId="3521043773" sldId="265"/>
            <ac:picMk id="19" creationId="{C85BC1E0-8D25-22D5-2E78-8A8A2767C4D0}"/>
          </ac:picMkLst>
        </pc:picChg>
      </pc:sldChg>
      <pc:sldChg chg="addSp delSp modSp new mod">
        <pc:chgData name="paul avrahami" userId="176848096704a753" providerId="LiveId" clId="{A5C81ADB-FBB5-487C-BD9D-2394336AA81E}" dt="2026-09-15T16:32:52.340" v="3143" actId="20577"/>
        <pc:sldMkLst>
          <pc:docMk/>
          <pc:sldMk cId="132840066" sldId="266"/>
        </pc:sldMkLst>
        <pc:spChg chg="mod">
          <ac:chgData name="paul avrahami" userId="176848096704a753" providerId="LiveId" clId="{A5C81ADB-FBB5-487C-BD9D-2394336AA81E}" dt="2026-09-14T11:00:25.339" v="1475" actId="14100"/>
          <ac:spMkLst>
            <pc:docMk/>
            <pc:sldMk cId="132840066" sldId="266"/>
            <ac:spMk id="2" creationId="{C4B0F880-3F43-B5B1-4718-CF291953C0C3}"/>
          </ac:spMkLst>
        </pc:spChg>
        <pc:spChg chg="del">
          <ac:chgData name="paul avrahami" userId="176848096704a753" providerId="LiveId" clId="{A5C81ADB-FBB5-487C-BD9D-2394336AA81E}" dt="2026-09-14T10:52:46.364" v="1300" actId="478"/>
          <ac:spMkLst>
            <pc:docMk/>
            <pc:sldMk cId="132840066" sldId="266"/>
            <ac:spMk id="3" creationId="{63788A74-5C54-6FB4-08DB-7A31807DB556}"/>
          </ac:spMkLst>
        </pc:spChg>
        <pc:spChg chg="add mod">
          <ac:chgData name="paul avrahami" userId="176848096704a753" providerId="LiveId" clId="{A5C81ADB-FBB5-487C-BD9D-2394336AA81E}" dt="2026-09-14T10:55:55.055" v="1375" actId="1076"/>
          <ac:spMkLst>
            <pc:docMk/>
            <pc:sldMk cId="132840066" sldId="266"/>
            <ac:spMk id="10" creationId="{892D219F-F87B-20BE-774D-C8C51A4F2424}"/>
          </ac:spMkLst>
        </pc:spChg>
        <pc:spChg chg="add mod">
          <ac:chgData name="paul avrahami" userId="176848096704a753" providerId="LiveId" clId="{A5C81ADB-FBB5-487C-BD9D-2394336AA81E}" dt="2026-09-14T10:55:45.721" v="1373" actId="14100"/>
          <ac:spMkLst>
            <pc:docMk/>
            <pc:sldMk cId="132840066" sldId="266"/>
            <ac:spMk id="14" creationId="{DED98140-DA9A-503A-F855-10CCB1677B68}"/>
          </ac:spMkLst>
        </pc:spChg>
        <pc:spChg chg="add del mod">
          <ac:chgData name="paul avrahami" userId="176848096704a753" providerId="LiveId" clId="{A5C81ADB-FBB5-487C-BD9D-2394336AA81E}" dt="2026-09-14T11:01:28.619" v="1492" actId="478"/>
          <ac:spMkLst>
            <pc:docMk/>
            <pc:sldMk cId="132840066" sldId="266"/>
            <ac:spMk id="18" creationId="{A3247562-A61C-BBC0-8836-1A75B370C17F}"/>
          </ac:spMkLst>
        </pc:spChg>
        <pc:spChg chg="add mod">
          <ac:chgData name="paul avrahami" userId="176848096704a753" providerId="LiveId" clId="{A5C81ADB-FBB5-487C-BD9D-2394336AA81E}" dt="2026-09-14T11:03:37.188" v="1542" actId="1076"/>
          <ac:spMkLst>
            <pc:docMk/>
            <pc:sldMk cId="132840066" sldId="266"/>
            <ac:spMk id="22" creationId="{55346BA6-A845-EEE6-6465-3871AF876790}"/>
          </ac:spMkLst>
        </pc:spChg>
        <pc:spChg chg="add mod">
          <ac:chgData name="paul avrahami" userId="176848096704a753" providerId="LiveId" clId="{A5C81ADB-FBB5-487C-BD9D-2394336AA81E}" dt="2026-09-15T16:32:52.340" v="3143" actId="20577"/>
          <ac:spMkLst>
            <pc:docMk/>
            <pc:sldMk cId="132840066" sldId="266"/>
            <ac:spMk id="28" creationId="{B762884A-4ACE-1D23-918B-D7236BB0C8CF}"/>
          </ac:spMkLst>
        </pc:spChg>
        <pc:spChg chg="add mod">
          <ac:chgData name="paul avrahami" userId="176848096704a753" providerId="LiveId" clId="{A5C81ADB-FBB5-487C-BD9D-2394336AA81E}" dt="2026-09-14T11:03:28.366" v="1538" actId="1076"/>
          <ac:spMkLst>
            <pc:docMk/>
            <pc:sldMk cId="132840066" sldId="266"/>
            <ac:spMk id="30" creationId="{0E554D29-29CD-D305-CF1B-DAE20F8C11FC}"/>
          </ac:spMkLst>
        </pc:spChg>
        <pc:picChg chg="add del">
          <ac:chgData name="paul avrahami" userId="176848096704a753" providerId="LiveId" clId="{A5C81ADB-FBB5-487C-BD9D-2394336AA81E}" dt="2026-09-14T10:52:22.592" v="1296" actId="22"/>
          <ac:picMkLst>
            <pc:docMk/>
            <pc:sldMk cId="132840066" sldId="266"/>
            <ac:picMk id="5" creationId="{12086BCA-35D7-4838-C9AE-74D98001D386}"/>
          </ac:picMkLst>
        </pc:picChg>
        <pc:picChg chg="add del">
          <ac:chgData name="paul avrahami" userId="176848096704a753" providerId="LiveId" clId="{A5C81ADB-FBB5-487C-BD9D-2394336AA81E}" dt="2026-09-14T10:53:08.936" v="1329" actId="478"/>
          <ac:picMkLst>
            <pc:docMk/>
            <pc:sldMk cId="132840066" sldId="266"/>
            <ac:picMk id="7" creationId="{A4A5FE98-A020-B927-4D86-3D40F5F1C249}"/>
          </ac:picMkLst>
        </pc:picChg>
        <pc:picChg chg="add mod">
          <ac:chgData name="paul avrahami" userId="176848096704a753" providerId="LiveId" clId="{A5C81ADB-FBB5-487C-BD9D-2394336AA81E}" dt="2026-09-14T10:55:52.602" v="1374" actId="1076"/>
          <ac:picMkLst>
            <pc:docMk/>
            <pc:sldMk cId="132840066" sldId="266"/>
            <ac:picMk id="9" creationId="{EC0B3008-9D6C-829B-E488-18CC5A1F3C6F}"/>
          </ac:picMkLst>
        </pc:picChg>
        <pc:picChg chg="add mod">
          <ac:chgData name="paul avrahami" userId="176848096704a753" providerId="LiveId" clId="{A5C81ADB-FBB5-487C-BD9D-2394336AA81E}" dt="2026-09-14T10:55:24.352" v="1331" actId="1076"/>
          <ac:picMkLst>
            <pc:docMk/>
            <pc:sldMk cId="132840066" sldId="266"/>
            <ac:picMk id="12" creationId="{E0E973F3-96D6-5EC2-E24D-7BE4EE5E2396}"/>
          </ac:picMkLst>
        </pc:picChg>
        <pc:picChg chg="add mod">
          <ac:chgData name="paul avrahami" userId="176848096704a753" providerId="LiveId" clId="{A5C81ADB-FBB5-487C-BD9D-2394336AA81E}" dt="2026-09-14T11:03:33.384" v="1541" actId="1076"/>
          <ac:picMkLst>
            <pc:docMk/>
            <pc:sldMk cId="132840066" sldId="266"/>
            <ac:picMk id="16" creationId="{C8E761B0-53F8-2D63-6A63-4FD7D2DC6035}"/>
          </ac:picMkLst>
        </pc:picChg>
        <pc:picChg chg="add mod">
          <ac:chgData name="paul avrahami" userId="176848096704a753" providerId="LiveId" clId="{A5C81ADB-FBB5-487C-BD9D-2394336AA81E}" dt="2026-09-14T11:04:39.183" v="1544" actId="14100"/>
          <ac:picMkLst>
            <pc:docMk/>
            <pc:sldMk cId="132840066" sldId="266"/>
            <ac:picMk id="20" creationId="{A15DF5EB-CC9B-F946-4477-0F3C508B6747}"/>
          </ac:picMkLst>
        </pc:picChg>
        <pc:picChg chg="add mod">
          <ac:chgData name="paul avrahami" userId="176848096704a753" providerId="LiveId" clId="{A5C81ADB-FBB5-487C-BD9D-2394336AA81E}" dt="2026-09-14T11:03:21.708" v="1536" actId="1076"/>
          <ac:picMkLst>
            <pc:docMk/>
            <pc:sldMk cId="132840066" sldId="266"/>
            <ac:picMk id="24" creationId="{AAA7120B-F7A1-B47F-F0CB-C144AA748A96}"/>
          </ac:picMkLst>
        </pc:picChg>
        <pc:picChg chg="add mod">
          <ac:chgData name="paul avrahami" userId="176848096704a753" providerId="LiveId" clId="{A5C81ADB-FBB5-487C-BD9D-2394336AA81E}" dt="2026-09-14T11:03:16.855" v="1535" actId="1076"/>
          <ac:picMkLst>
            <pc:docMk/>
            <pc:sldMk cId="132840066" sldId="266"/>
            <ac:picMk id="26" creationId="{91055ABB-83D5-EECC-7978-7E55DBDF847F}"/>
          </ac:picMkLst>
        </pc:picChg>
      </pc:sldChg>
      <pc:sldChg chg="addSp delSp modSp new mod">
        <pc:chgData name="paul avrahami" userId="176848096704a753" providerId="LiveId" clId="{A5C81ADB-FBB5-487C-BD9D-2394336AA81E}" dt="2026-09-15T13:44:52.906" v="3098" actId="20577"/>
        <pc:sldMkLst>
          <pc:docMk/>
          <pc:sldMk cId="3720935845" sldId="267"/>
        </pc:sldMkLst>
        <pc:spChg chg="mod">
          <ac:chgData name="paul avrahami" userId="176848096704a753" providerId="LiveId" clId="{A5C81ADB-FBB5-487C-BD9D-2394336AA81E}" dt="2026-09-15T13:44:52.906" v="3098" actId="20577"/>
          <ac:spMkLst>
            <pc:docMk/>
            <pc:sldMk cId="3720935845" sldId="267"/>
            <ac:spMk id="2" creationId="{2AC4EFAE-3183-E9DA-59B6-F9ACCDA58C0C}"/>
          </ac:spMkLst>
        </pc:spChg>
        <pc:spChg chg="del">
          <ac:chgData name="paul avrahami" userId="176848096704a753" providerId="LiveId" clId="{A5C81ADB-FBB5-487C-BD9D-2394336AA81E}" dt="2026-09-14T11:05:34.487" v="1547" actId="478"/>
          <ac:spMkLst>
            <pc:docMk/>
            <pc:sldMk cId="3720935845" sldId="267"/>
            <ac:spMk id="3" creationId="{E1A85CA6-5393-1DCA-3973-352A60D11CB3}"/>
          </ac:spMkLst>
        </pc:spChg>
        <pc:spChg chg="add mod">
          <ac:chgData name="paul avrahami" userId="176848096704a753" providerId="LiveId" clId="{A5C81ADB-FBB5-487C-BD9D-2394336AA81E}" dt="2026-09-15T13:44:35.057" v="3053" actId="1076"/>
          <ac:spMkLst>
            <pc:docMk/>
            <pc:sldMk cId="3720935845" sldId="267"/>
            <ac:spMk id="8" creationId="{3A9D84DC-6091-61E6-4A24-56A4714F35E9}"/>
          </ac:spMkLst>
        </pc:spChg>
        <pc:spChg chg="add mod">
          <ac:chgData name="paul avrahami" userId="176848096704a753" providerId="LiveId" clId="{A5C81ADB-FBB5-487C-BD9D-2394336AA81E}" dt="2026-09-14T11:09:48.330" v="1700" actId="1038"/>
          <ac:spMkLst>
            <pc:docMk/>
            <pc:sldMk cId="3720935845" sldId="267"/>
            <ac:spMk id="13" creationId="{B06B070C-16FC-1FC8-98F5-1FB446E3430A}"/>
          </ac:spMkLst>
        </pc:spChg>
        <pc:spChg chg="add mod">
          <ac:chgData name="paul avrahami" userId="176848096704a753" providerId="LiveId" clId="{A5C81ADB-FBB5-487C-BD9D-2394336AA81E}" dt="2026-09-14T11:12:25.724" v="1779" actId="1076"/>
          <ac:spMkLst>
            <pc:docMk/>
            <pc:sldMk cId="3720935845" sldId="267"/>
            <ac:spMk id="18" creationId="{A6204095-C0F5-BD37-37AD-80600E8DBA1D}"/>
          </ac:spMkLst>
        </pc:spChg>
        <pc:picChg chg="add del mod">
          <ac:chgData name="paul avrahami" userId="176848096704a753" providerId="LiveId" clId="{A5C81ADB-FBB5-487C-BD9D-2394336AA81E}" dt="2026-09-14T11:05:55.901" v="1550" actId="478"/>
          <ac:picMkLst>
            <pc:docMk/>
            <pc:sldMk cId="3720935845" sldId="267"/>
            <ac:picMk id="5" creationId="{905E9D9D-C286-DE05-FD7B-0EF9282DFF19}"/>
          </ac:picMkLst>
        </pc:picChg>
        <pc:picChg chg="add mod">
          <ac:chgData name="paul avrahami" userId="176848096704a753" providerId="LiveId" clId="{A5C81ADB-FBB5-487C-BD9D-2394336AA81E}" dt="2026-09-15T13:44:33.350" v="3052" actId="1076"/>
          <ac:picMkLst>
            <pc:docMk/>
            <pc:sldMk cId="3720935845" sldId="267"/>
            <ac:picMk id="7" creationId="{0908AA0B-F8E8-B891-3FC5-FA440F44DF9A}"/>
          </ac:picMkLst>
        </pc:picChg>
        <pc:picChg chg="add mod">
          <ac:chgData name="paul avrahami" userId="176848096704a753" providerId="LiveId" clId="{A5C81ADB-FBB5-487C-BD9D-2394336AA81E}" dt="2026-09-14T11:09:51.429" v="1701" actId="1076"/>
          <ac:picMkLst>
            <pc:docMk/>
            <pc:sldMk cId="3720935845" sldId="267"/>
            <ac:picMk id="10" creationId="{06C60086-3BD4-AEB4-65E3-BE0EFE5EE6C5}"/>
          </ac:picMkLst>
        </pc:picChg>
        <pc:picChg chg="add mod">
          <ac:chgData name="paul avrahami" userId="176848096704a753" providerId="LiveId" clId="{A5C81ADB-FBB5-487C-BD9D-2394336AA81E}" dt="2026-09-14T11:09:48.330" v="1700" actId="1038"/>
          <ac:picMkLst>
            <pc:docMk/>
            <pc:sldMk cId="3720935845" sldId="267"/>
            <ac:picMk id="12" creationId="{9186259B-5E02-BB0D-F44A-7298F89A84BF}"/>
          </ac:picMkLst>
        </pc:picChg>
        <pc:picChg chg="add mod">
          <ac:chgData name="paul avrahami" userId="176848096704a753" providerId="LiveId" clId="{A5C81ADB-FBB5-487C-BD9D-2394336AA81E}" dt="2026-09-14T11:10:53.939" v="1707" actId="1076"/>
          <ac:picMkLst>
            <pc:docMk/>
            <pc:sldMk cId="3720935845" sldId="267"/>
            <ac:picMk id="15" creationId="{27B25A65-2195-0C05-2C9C-C9D93CA94294}"/>
          </ac:picMkLst>
        </pc:picChg>
        <pc:picChg chg="add del mod">
          <ac:chgData name="paul avrahami" userId="176848096704a753" providerId="LiveId" clId="{A5C81ADB-FBB5-487C-BD9D-2394336AA81E}" dt="2026-09-14T11:12:16.238" v="1775" actId="478"/>
          <ac:picMkLst>
            <pc:docMk/>
            <pc:sldMk cId="3720935845" sldId="267"/>
            <ac:picMk id="17" creationId="{3D927E1C-E302-2BFA-B3F8-16B4EF6BD5C0}"/>
          </ac:picMkLst>
        </pc:picChg>
        <pc:picChg chg="add mod">
          <ac:chgData name="paul avrahami" userId="176848096704a753" providerId="LiveId" clId="{A5C81ADB-FBB5-487C-BD9D-2394336AA81E}" dt="2026-09-14T11:12:22.583" v="1778" actId="1076"/>
          <ac:picMkLst>
            <pc:docMk/>
            <pc:sldMk cId="3720935845" sldId="267"/>
            <ac:picMk id="20" creationId="{A4B4541C-2DE3-7DA6-3D4A-A914900701E1}"/>
          </ac:picMkLst>
        </pc:picChg>
      </pc:sldChg>
      <pc:sldChg chg="addSp delSp modSp new mod">
        <pc:chgData name="paul avrahami" userId="176848096704a753" providerId="LiveId" clId="{A5C81ADB-FBB5-487C-BD9D-2394336AA81E}" dt="2026-09-15T16:32:40.704" v="3135" actId="113"/>
        <pc:sldMkLst>
          <pc:docMk/>
          <pc:sldMk cId="2651828443" sldId="268"/>
        </pc:sldMkLst>
        <pc:spChg chg="mod">
          <ac:chgData name="paul avrahami" userId="176848096704a753" providerId="LiveId" clId="{A5C81ADB-FBB5-487C-BD9D-2394336AA81E}" dt="2026-09-15T16:32:39.611" v="3133" actId="1076"/>
          <ac:spMkLst>
            <pc:docMk/>
            <pc:sldMk cId="2651828443" sldId="268"/>
            <ac:spMk id="2" creationId="{117ADB70-07AB-2832-83F0-52C59B35CE1B}"/>
          </ac:spMkLst>
        </pc:spChg>
        <pc:spChg chg="del">
          <ac:chgData name="paul avrahami" userId="176848096704a753" providerId="LiveId" clId="{A5C81ADB-FBB5-487C-BD9D-2394336AA81E}" dt="2026-09-14T11:29:21.647" v="1801" actId="478"/>
          <ac:spMkLst>
            <pc:docMk/>
            <pc:sldMk cId="2651828443" sldId="268"/>
            <ac:spMk id="3" creationId="{7835E2CF-3D61-5C11-D247-E87A973641AC}"/>
          </ac:spMkLst>
        </pc:spChg>
        <pc:spChg chg="add mod">
          <ac:chgData name="paul avrahami" userId="176848096704a753" providerId="LiveId" clId="{A5C81ADB-FBB5-487C-BD9D-2394336AA81E}" dt="2026-09-15T16:32:40.148" v="3134" actId="113"/>
          <ac:spMkLst>
            <pc:docMk/>
            <pc:sldMk cId="2651828443" sldId="268"/>
            <ac:spMk id="6" creationId="{E9C49C00-CC29-A483-3A7A-901069F5C9BF}"/>
          </ac:spMkLst>
        </pc:spChg>
        <pc:spChg chg="add mod">
          <ac:chgData name="paul avrahami" userId="176848096704a753" providerId="LiveId" clId="{A5C81ADB-FBB5-487C-BD9D-2394336AA81E}" dt="2026-09-15T16:32:40.704" v="3135" actId="113"/>
          <ac:spMkLst>
            <pc:docMk/>
            <pc:sldMk cId="2651828443" sldId="268"/>
            <ac:spMk id="11" creationId="{D2AA5247-B198-C794-AD8E-67D7EBA90765}"/>
          </ac:spMkLst>
        </pc:spChg>
        <pc:spChg chg="add mod">
          <ac:chgData name="paul avrahami" userId="176848096704a753" providerId="LiveId" clId="{A5C81ADB-FBB5-487C-BD9D-2394336AA81E}" dt="2026-09-15T16:32:39.061" v="3132" actId="113"/>
          <ac:spMkLst>
            <pc:docMk/>
            <pc:sldMk cId="2651828443" sldId="268"/>
            <ac:spMk id="15" creationId="{AACCE654-F4CB-FD45-D36B-17634E635D66}"/>
          </ac:spMkLst>
        </pc:spChg>
        <pc:spChg chg="add mod">
          <ac:chgData name="paul avrahami" userId="176848096704a753" providerId="LiveId" clId="{A5C81ADB-FBB5-487C-BD9D-2394336AA81E}" dt="2026-09-14T11:37:16.479" v="2016" actId="1038"/>
          <ac:spMkLst>
            <pc:docMk/>
            <pc:sldMk cId="2651828443" sldId="268"/>
            <ac:spMk id="18" creationId="{79F72DE9-E8B3-7790-CAD0-1D420D3DBAEA}"/>
          </ac:spMkLst>
        </pc:spChg>
        <pc:spChg chg="add mod">
          <ac:chgData name="paul avrahami" userId="176848096704a753" providerId="LiveId" clId="{A5C81ADB-FBB5-487C-BD9D-2394336AA81E}" dt="2026-09-14T11:37:43.777" v="2035" actId="1076"/>
          <ac:spMkLst>
            <pc:docMk/>
            <pc:sldMk cId="2651828443" sldId="268"/>
            <ac:spMk id="22" creationId="{45D8AD97-22FF-7484-256F-EAF87E3061AF}"/>
          </ac:spMkLst>
        </pc:spChg>
        <pc:spChg chg="add mod">
          <ac:chgData name="paul avrahami" userId="176848096704a753" providerId="LiveId" clId="{A5C81ADB-FBB5-487C-BD9D-2394336AA81E}" dt="2026-09-14T11:39:48.600" v="2066" actId="14100"/>
          <ac:spMkLst>
            <pc:docMk/>
            <pc:sldMk cId="2651828443" sldId="268"/>
            <ac:spMk id="26" creationId="{9833E389-CF5E-EB11-DD1A-944DBCD74D06}"/>
          </ac:spMkLst>
        </pc:spChg>
        <pc:picChg chg="add mod">
          <ac:chgData name="paul avrahami" userId="176848096704a753" providerId="LiveId" clId="{A5C81ADB-FBB5-487C-BD9D-2394336AA81E}" dt="2026-09-14T11:37:04.436" v="1961" actId="1037"/>
          <ac:picMkLst>
            <pc:docMk/>
            <pc:sldMk cId="2651828443" sldId="268"/>
            <ac:picMk id="5" creationId="{1B8F8E26-D190-03C3-9FA7-E9E7F80D7B5A}"/>
          </ac:picMkLst>
        </pc:picChg>
        <pc:picChg chg="add mod">
          <ac:chgData name="paul avrahami" userId="176848096704a753" providerId="LiveId" clId="{A5C81ADB-FBB5-487C-BD9D-2394336AA81E}" dt="2026-09-14T11:37:04.436" v="1961" actId="1037"/>
          <ac:picMkLst>
            <pc:docMk/>
            <pc:sldMk cId="2651828443" sldId="268"/>
            <ac:picMk id="8" creationId="{79BEB219-199D-61C8-0436-7A4949181562}"/>
          </ac:picMkLst>
        </pc:picChg>
        <pc:picChg chg="add mod">
          <ac:chgData name="paul avrahami" userId="176848096704a753" providerId="LiveId" clId="{A5C81ADB-FBB5-487C-BD9D-2394336AA81E}" dt="2026-09-14T11:37:04.436" v="1961" actId="1037"/>
          <ac:picMkLst>
            <pc:docMk/>
            <pc:sldMk cId="2651828443" sldId="268"/>
            <ac:picMk id="10" creationId="{AF8A113B-BB52-EBFE-1AFA-9F6329873E68}"/>
          </ac:picMkLst>
        </pc:picChg>
        <pc:picChg chg="add mod">
          <ac:chgData name="paul avrahami" userId="176848096704a753" providerId="LiveId" clId="{A5C81ADB-FBB5-487C-BD9D-2394336AA81E}" dt="2026-09-14T11:37:16.479" v="2016" actId="1038"/>
          <ac:picMkLst>
            <pc:docMk/>
            <pc:sldMk cId="2651828443" sldId="268"/>
            <ac:picMk id="13" creationId="{A1EC1449-6892-2C8A-DEFE-190E2481EA70}"/>
          </ac:picMkLst>
        </pc:picChg>
        <pc:picChg chg="add mod">
          <ac:chgData name="paul avrahami" userId="176848096704a753" providerId="LiveId" clId="{A5C81ADB-FBB5-487C-BD9D-2394336AA81E}" dt="2026-09-14T11:37:16.479" v="2016" actId="1038"/>
          <ac:picMkLst>
            <pc:docMk/>
            <pc:sldMk cId="2651828443" sldId="268"/>
            <ac:picMk id="17" creationId="{38E13CC8-3930-2889-CCE9-AFB57187FACF}"/>
          </ac:picMkLst>
        </pc:picChg>
        <pc:picChg chg="add mod">
          <ac:chgData name="paul avrahami" userId="176848096704a753" providerId="LiveId" clId="{A5C81ADB-FBB5-487C-BD9D-2394336AA81E}" dt="2026-09-14T11:37:24.259" v="2020" actId="1076"/>
          <ac:picMkLst>
            <pc:docMk/>
            <pc:sldMk cId="2651828443" sldId="268"/>
            <ac:picMk id="20" creationId="{5DAE592D-6064-F5B8-7905-C4CC9895E6F2}"/>
          </ac:picMkLst>
        </pc:picChg>
        <pc:picChg chg="add mod">
          <ac:chgData name="paul avrahami" userId="176848096704a753" providerId="LiveId" clId="{A5C81ADB-FBB5-487C-BD9D-2394336AA81E}" dt="2026-09-14T11:39:30.418" v="2037" actId="1076"/>
          <ac:picMkLst>
            <pc:docMk/>
            <pc:sldMk cId="2651828443" sldId="268"/>
            <ac:picMk id="24" creationId="{1478ADD4-F56B-422C-75C6-BFCA482AD434}"/>
          </ac:picMkLst>
        </pc:picChg>
      </pc:sldChg>
      <pc:sldChg chg="addSp delSp modSp new mod">
        <pc:chgData name="paul avrahami" userId="176848096704a753" providerId="LiveId" clId="{A5C81ADB-FBB5-487C-BD9D-2394336AA81E}" dt="2026-09-15T16:32:44.135" v="3138" actId="20577"/>
        <pc:sldMkLst>
          <pc:docMk/>
          <pc:sldMk cId="2672674303" sldId="269"/>
        </pc:sldMkLst>
        <pc:spChg chg="mod">
          <ac:chgData name="paul avrahami" userId="176848096704a753" providerId="LiveId" clId="{A5C81ADB-FBB5-487C-BD9D-2394336AA81E}" dt="2026-09-15T16:32:44.135" v="3138" actId="20577"/>
          <ac:spMkLst>
            <pc:docMk/>
            <pc:sldMk cId="2672674303" sldId="269"/>
            <ac:spMk id="2" creationId="{B5E88027-B9BD-E632-EC0E-7B9B43F1968B}"/>
          </ac:spMkLst>
        </pc:spChg>
        <pc:spChg chg="del">
          <ac:chgData name="paul avrahami" userId="176848096704a753" providerId="LiveId" clId="{A5C81ADB-FBB5-487C-BD9D-2394336AA81E}" dt="2026-09-15T03:29:03.781" v="2141" actId="478"/>
          <ac:spMkLst>
            <pc:docMk/>
            <pc:sldMk cId="2672674303" sldId="269"/>
            <ac:spMk id="3" creationId="{DC8325A2-6A39-A415-144A-B4B64C9E31E6}"/>
          </ac:spMkLst>
        </pc:spChg>
        <pc:spChg chg="add mod">
          <ac:chgData name="paul avrahami" userId="176848096704a753" providerId="LiveId" clId="{A5C81ADB-FBB5-487C-BD9D-2394336AA81E}" dt="2026-09-15T16:32:41.341" v="3136" actId="113"/>
          <ac:spMkLst>
            <pc:docMk/>
            <pc:sldMk cId="2672674303" sldId="269"/>
            <ac:spMk id="4" creationId="{7FACF6A0-1095-CA95-3CE8-1542AB265209}"/>
          </ac:spMkLst>
        </pc:spChg>
        <pc:picChg chg="add del mod">
          <ac:chgData name="paul avrahami" userId="176848096704a753" providerId="LiveId" clId="{A5C81ADB-FBB5-487C-BD9D-2394336AA81E}" dt="2026-09-15T03:30:17.511" v="2170" actId="478"/>
          <ac:picMkLst>
            <pc:docMk/>
            <pc:sldMk cId="2672674303" sldId="269"/>
            <ac:picMk id="6" creationId="{EFF79391-CADB-05B7-80B7-DBC9097BE3F7}"/>
          </ac:picMkLst>
        </pc:picChg>
        <pc:picChg chg="add mod">
          <ac:chgData name="paul avrahami" userId="176848096704a753" providerId="LiveId" clId="{A5C81ADB-FBB5-487C-BD9D-2394336AA81E}" dt="2026-09-15T03:30:22.974" v="2173" actId="1076"/>
          <ac:picMkLst>
            <pc:docMk/>
            <pc:sldMk cId="2672674303" sldId="269"/>
            <ac:picMk id="8" creationId="{C3754FC4-F13C-F419-6F4B-0D1F6ADCAA3F}"/>
          </ac:picMkLst>
        </pc:picChg>
        <pc:picChg chg="add mod">
          <ac:chgData name="paul avrahami" userId="176848096704a753" providerId="LiveId" clId="{A5C81ADB-FBB5-487C-BD9D-2394336AA81E}" dt="2026-09-15T03:32:48.062" v="2184" actId="1076"/>
          <ac:picMkLst>
            <pc:docMk/>
            <pc:sldMk cId="2672674303" sldId="269"/>
            <ac:picMk id="10" creationId="{B4E39AA3-7057-B312-B0CF-B9FB3D3213C8}"/>
          </ac:picMkLst>
        </pc:picChg>
        <pc:picChg chg="add mod">
          <ac:chgData name="paul avrahami" userId="176848096704a753" providerId="LiveId" clId="{A5C81ADB-FBB5-487C-BD9D-2394336AA81E}" dt="2026-09-15T03:32:50.862" v="2185" actId="1076"/>
          <ac:picMkLst>
            <pc:docMk/>
            <pc:sldMk cId="2672674303" sldId="269"/>
            <ac:picMk id="12" creationId="{B2DF2B77-753A-3EAB-B241-321B09B41610}"/>
          </ac:picMkLst>
        </pc:picChg>
        <pc:picChg chg="add mod">
          <ac:chgData name="paul avrahami" userId="176848096704a753" providerId="LiveId" clId="{A5C81ADB-FBB5-487C-BD9D-2394336AA81E}" dt="2026-09-15T03:32:53.648" v="2186" actId="1076"/>
          <ac:picMkLst>
            <pc:docMk/>
            <pc:sldMk cId="2672674303" sldId="269"/>
            <ac:picMk id="14" creationId="{3C58B786-FDAE-02FC-8F89-DE185DDC4435}"/>
          </ac:picMkLst>
        </pc:picChg>
        <pc:picChg chg="add del mod">
          <ac:chgData name="paul avrahami" userId="176848096704a753" providerId="LiveId" clId="{A5C81ADB-FBB5-487C-BD9D-2394336AA81E}" dt="2026-09-15T03:37:14.924" v="2200" actId="478"/>
          <ac:picMkLst>
            <pc:docMk/>
            <pc:sldMk cId="2672674303" sldId="269"/>
            <ac:picMk id="16" creationId="{5C1CA3D8-D2E1-0320-2FAF-47917D33D0C0}"/>
          </ac:picMkLst>
        </pc:picChg>
        <pc:picChg chg="add del mod">
          <ac:chgData name="paul avrahami" userId="176848096704a753" providerId="LiveId" clId="{A5C81ADB-FBB5-487C-BD9D-2394336AA81E}" dt="2026-09-15T03:37:12.960" v="2199" actId="478"/>
          <ac:picMkLst>
            <pc:docMk/>
            <pc:sldMk cId="2672674303" sldId="269"/>
            <ac:picMk id="18" creationId="{92EE9D00-23B4-A9BC-A72D-66213CEBF66B}"/>
          </ac:picMkLst>
        </pc:picChg>
        <pc:picChg chg="add mod">
          <ac:chgData name="paul avrahami" userId="176848096704a753" providerId="LiveId" clId="{A5C81ADB-FBB5-487C-BD9D-2394336AA81E}" dt="2026-09-15T03:37:19.564" v="2202" actId="1076"/>
          <ac:picMkLst>
            <pc:docMk/>
            <pc:sldMk cId="2672674303" sldId="269"/>
            <ac:picMk id="20" creationId="{6FCDB672-92F4-D882-FB0E-AFFF74CBB8A9}"/>
          </ac:picMkLst>
        </pc:picChg>
      </pc:sldChg>
      <pc:sldChg chg="addSp delSp modSp new mod">
        <pc:chgData name="paul avrahami" userId="176848096704a753" providerId="LiveId" clId="{A5C81ADB-FBB5-487C-BD9D-2394336AA81E}" dt="2026-09-15T16:32:44.645" v="3139" actId="113"/>
        <pc:sldMkLst>
          <pc:docMk/>
          <pc:sldMk cId="1240561340" sldId="270"/>
        </pc:sldMkLst>
        <pc:spChg chg="mod">
          <ac:chgData name="paul avrahami" userId="176848096704a753" providerId="LiveId" clId="{A5C81ADB-FBB5-487C-BD9D-2394336AA81E}" dt="2026-09-15T03:37:56.062" v="2242" actId="20577"/>
          <ac:spMkLst>
            <pc:docMk/>
            <pc:sldMk cId="1240561340" sldId="270"/>
            <ac:spMk id="2" creationId="{3F0A3916-6773-6152-7675-A69F66B6A0FE}"/>
          </ac:spMkLst>
        </pc:spChg>
        <pc:spChg chg="del">
          <ac:chgData name="paul avrahami" userId="176848096704a753" providerId="LiveId" clId="{A5C81ADB-FBB5-487C-BD9D-2394336AA81E}" dt="2026-09-15T03:41:29.074" v="2244" actId="478"/>
          <ac:spMkLst>
            <pc:docMk/>
            <pc:sldMk cId="1240561340" sldId="270"/>
            <ac:spMk id="3" creationId="{DE4D92C2-253F-78AF-343B-70B8B81E42D0}"/>
          </ac:spMkLst>
        </pc:spChg>
        <pc:spChg chg="add mod">
          <ac:chgData name="paul avrahami" userId="176848096704a753" providerId="LiveId" clId="{A5C81ADB-FBB5-487C-BD9D-2394336AA81E}" dt="2026-09-15T16:32:44.645" v="3139" actId="113"/>
          <ac:spMkLst>
            <pc:docMk/>
            <pc:sldMk cId="1240561340" sldId="270"/>
            <ac:spMk id="12" creationId="{1C3D6C69-57E9-AC53-63A5-DE91D6EC2468}"/>
          </ac:spMkLst>
        </pc:spChg>
        <pc:picChg chg="add mod">
          <ac:chgData name="paul avrahami" userId="176848096704a753" providerId="LiveId" clId="{A5C81ADB-FBB5-487C-BD9D-2394336AA81E}" dt="2026-09-15T03:43:26.341" v="2256" actId="1076"/>
          <ac:picMkLst>
            <pc:docMk/>
            <pc:sldMk cId="1240561340" sldId="270"/>
            <ac:picMk id="5" creationId="{A76A0755-F6EC-1F41-D9D2-C2E72F0BF490}"/>
          </ac:picMkLst>
        </pc:picChg>
        <pc:picChg chg="add del mod">
          <ac:chgData name="paul avrahami" userId="176848096704a753" providerId="LiveId" clId="{A5C81ADB-FBB5-487C-BD9D-2394336AA81E}" dt="2026-09-15T03:43:27.849" v="2257" actId="478"/>
          <ac:picMkLst>
            <pc:docMk/>
            <pc:sldMk cId="1240561340" sldId="270"/>
            <ac:picMk id="7" creationId="{471836E9-9C3C-ECCA-F848-3D0E6B931748}"/>
          </ac:picMkLst>
        </pc:picChg>
        <pc:picChg chg="add mod">
          <ac:chgData name="paul avrahami" userId="176848096704a753" providerId="LiveId" clId="{A5C81ADB-FBB5-487C-BD9D-2394336AA81E}" dt="2026-09-15T03:43:13.389" v="2251" actId="1076"/>
          <ac:picMkLst>
            <pc:docMk/>
            <pc:sldMk cId="1240561340" sldId="270"/>
            <ac:picMk id="9" creationId="{4103AB55-6C15-B0DE-42B5-DD5350204F6D}"/>
          </ac:picMkLst>
        </pc:picChg>
        <pc:picChg chg="add mod">
          <ac:chgData name="paul avrahami" userId="176848096704a753" providerId="LiveId" clId="{A5C81ADB-FBB5-487C-BD9D-2394336AA81E}" dt="2026-09-15T03:43:21.882" v="2255" actId="14100"/>
          <ac:picMkLst>
            <pc:docMk/>
            <pc:sldMk cId="1240561340" sldId="270"/>
            <ac:picMk id="11" creationId="{8B693746-5275-9825-992D-096B50F73A93}"/>
          </ac:picMkLst>
        </pc:picChg>
        <pc:picChg chg="add mod">
          <ac:chgData name="paul avrahami" userId="176848096704a753" providerId="LiveId" clId="{A5C81ADB-FBB5-487C-BD9D-2394336AA81E}" dt="2026-09-15T03:44:37.239" v="2283" actId="1076"/>
          <ac:picMkLst>
            <pc:docMk/>
            <pc:sldMk cId="1240561340" sldId="270"/>
            <ac:picMk id="14" creationId="{D4CED58F-80C6-55DC-37B8-864EEABD05F3}"/>
          </ac:picMkLst>
        </pc:picChg>
      </pc:sldChg>
      <pc:sldChg chg="addSp delSp modSp new mod">
        <pc:chgData name="paul avrahami" userId="176848096704a753" providerId="LiveId" clId="{A5C81ADB-FBB5-487C-BD9D-2394336AA81E}" dt="2026-09-15T16:32:45.314" v="3140" actId="113"/>
        <pc:sldMkLst>
          <pc:docMk/>
          <pc:sldMk cId="1530031760" sldId="271"/>
        </pc:sldMkLst>
        <pc:spChg chg="mod">
          <ac:chgData name="paul avrahami" userId="176848096704a753" providerId="LiveId" clId="{A5C81ADB-FBB5-487C-BD9D-2394336AA81E}" dt="2026-09-15T04:51:12.087" v="2320" actId="20577"/>
          <ac:spMkLst>
            <pc:docMk/>
            <pc:sldMk cId="1530031760" sldId="271"/>
            <ac:spMk id="2" creationId="{D8F5BE20-2C0F-3759-5769-C96651ABC31C}"/>
          </ac:spMkLst>
        </pc:spChg>
        <pc:spChg chg="del">
          <ac:chgData name="paul avrahami" userId="176848096704a753" providerId="LiveId" clId="{A5C81ADB-FBB5-487C-BD9D-2394336AA81E}" dt="2026-09-15T04:16:34.859" v="2313" actId="478"/>
          <ac:spMkLst>
            <pc:docMk/>
            <pc:sldMk cId="1530031760" sldId="271"/>
            <ac:spMk id="3" creationId="{E079CBA8-6E2D-50D0-53C3-EF88BA3CC403}"/>
          </ac:spMkLst>
        </pc:spChg>
        <pc:spChg chg="add mod">
          <ac:chgData name="paul avrahami" userId="176848096704a753" providerId="LiveId" clId="{A5C81ADB-FBB5-487C-BD9D-2394336AA81E}" dt="2026-09-15T16:32:45.314" v="3140" actId="113"/>
          <ac:spMkLst>
            <pc:docMk/>
            <pc:sldMk cId="1530031760" sldId="271"/>
            <ac:spMk id="8" creationId="{C44763AF-E1C1-6AF7-56E5-D22A46641991}"/>
          </ac:spMkLst>
        </pc:spChg>
        <pc:picChg chg="add mod">
          <ac:chgData name="paul avrahami" userId="176848096704a753" providerId="LiveId" clId="{A5C81ADB-FBB5-487C-BD9D-2394336AA81E}" dt="2026-09-15T05:01:32.357" v="2370" actId="1076"/>
          <ac:picMkLst>
            <pc:docMk/>
            <pc:sldMk cId="1530031760" sldId="271"/>
            <ac:picMk id="5" creationId="{782E2C5F-CB55-D7A1-D9E9-0894ED1D9E3F}"/>
          </ac:picMkLst>
        </pc:picChg>
        <pc:picChg chg="add mod">
          <ac:chgData name="paul avrahami" userId="176848096704a753" providerId="LiveId" clId="{A5C81ADB-FBB5-487C-BD9D-2394336AA81E}" dt="2026-09-15T08:04:19.553" v="2390" actId="1076"/>
          <ac:picMkLst>
            <pc:docMk/>
            <pc:sldMk cId="1530031760" sldId="271"/>
            <ac:picMk id="7" creationId="{BEF4DFF4-B194-EB0E-75C3-AC709FBB6DE3}"/>
          </ac:picMkLst>
        </pc:picChg>
        <pc:picChg chg="add mod">
          <ac:chgData name="paul avrahami" userId="176848096704a753" providerId="LiveId" clId="{A5C81ADB-FBB5-487C-BD9D-2394336AA81E}" dt="2026-09-15T08:04:28.252" v="2393" actId="1076"/>
          <ac:picMkLst>
            <pc:docMk/>
            <pc:sldMk cId="1530031760" sldId="271"/>
            <ac:picMk id="10" creationId="{C6C88B69-E8B8-B188-519D-CEDEF7DAB846}"/>
          </ac:picMkLst>
        </pc:picChg>
        <pc:picChg chg="add mod">
          <ac:chgData name="paul avrahami" userId="176848096704a753" providerId="LiveId" clId="{A5C81ADB-FBB5-487C-BD9D-2394336AA81E}" dt="2026-09-15T08:04:48.055" v="2402" actId="1076"/>
          <ac:picMkLst>
            <pc:docMk/>
            <pc:sldMk cId="1530031760" sldId="271"/>
            <ac:picMk id="12" creationId="{00C7CAB1-AC2E-5DD0-925C-A6541667AA69}"/>
          </ac:picMkLst>
        </pc:picChg>
        <pc:picChg chg="add mod">
          <ac:chgData name="paul avrahami" userId="176848096704a753" providerId="LiveId" clId="{A5C81ADB-FBB5-487C-BD9D-2394336AA81E}" dt="2026-09-15T08:06:22.915" v="2413" actId="1076"/>
          <ac:picMkLst>
            <pc:docMk/>
            <pc:sldMk cId="1530031760" sldId="271"/>
            <ac:picMk id="14" creationId="{81E89BEC-7E58-FAB8-4EE5-E4688DD13777}"/>
          </ac:picMkLst>
        </pc:picChg>
        <pc:picChg chg="add mod">
          <ac:chgData name="paul avrahami" userId="176848096704a753" providerId="LiveId" clId="{A5C81ADB-FBB5-487C-BD9D-2394336AA81E}" dt="2026-09-15T08:06:20.264" v="2412" actId="1076"/>
          <ac:picMkLst>
            <pc:docMk/>
            <pc:sldMk cId="1530031760" sldId="271"/>
            <ac:picMk id="16" creationId="{D54899A7-8640-6CCD-1A4B-395CC07FCEAD}"/>
          </ac:picMkLst>
        </pc:picChg>
      </pc:sldChg>
      <pc:sldChg chg="addSp delSp modSp new mod">
        <pc:chgData name="paul avrahami" userId="176848096704a753" providerId="LiveId" clId="{A5C81ADB-FBB5-487C-BD9D-2394336AA81E}" dt="2026-09-15T16:32:59.698" v="3145" actId="1076"/>
        <pc:sldMkLst>
          <pc:docMk/>
          <pc:sldMk cId="58636583" sldId="272"/>
        </pc:sldMkLst>
        <pc:spChg chg="mod">
          <ac:chgData name="paul avrahami" userId="176848096704a753" providerId="LiveId" clId="{A5C81ADB-FBB5-487C-BD9D-2394336AA81E}" dt="2026-09-15T08:07:05.193" v="2438" actId="20577"/>
          <ac:spMkLst>
            <pc:docMk/>
            <pc:sldMk cId="58636583" sldId="272"/>
            <ac:spMk id="2" creationId="{D398C96A-FD3D-C27E-30F2-4F283815DBB8}"/>
          </ac:spMkLst>
        </pc:spChg>
        <pc:spChg chg="del">
          <ac:chgData name="paul avrahami" userId="176848096704a753" providerId="LiveId" clId="{A5C81ADB-FBB5-487C-BD9D-2394336AA81E}" dt="2026-09-15T08:09:32.334" v="2441" actId="478"/>
          <ac:spMkLst>
            <pc:docMk/>
            <pc:sldMk cId="58636583" sldId="272"/>
            <ac:spMk id="3" creationId="{18D85478-1FFC-D536-13FD-5F44D345C9B0}"/>
          </ac:spMkLst>
        </pc:spChg>
        <pc:picChg chg="add mod">
          <ac:chgData name="paul avrahami" userId="176848096704a753" providerId="LiveId" clId="{A5C81ADB-FBB5-487C-BD9D-2394336AA81E}" dt="2026-09-15T08:24:09.201" v="2450" actId="14100"/>
          <ac:picMkLst>
            <pc:docMk/>
            <pc:sldMk cId="58636583" sldId="272"/>
            <ac:picMk id="5" creationId="{4E1D88DB-9EB8-8751-A99D-DA46C9CB268A}"/>
          </ac:picMkLst>
        </pc:picChg>
        <pc:picChg chg="add mod">
          <ac:chgData name="paul avrahami" userId="176848096704a753" providerId="LiveId" clId="{A5C81ADB-FBB5-487C-BD9D-2394336AA81E}" dt="2026-09-15T08:24:11.194" v="2451" actId="1076"/>
          <ac:picMkLst>
            <pc:docMk/>
            <pc:sldMk cId="58636583" sldId="272"/>
            <ac:picMk id="7" creationId="{19183443-4C04-F1F5-3B8E-706B5BACDF07}"/>
          </ac:picMkLst>
        </pc:picChg>
        <pc:picChg chg="add mod">
          <ac:chgData name="paul avrahami" userId="176848096704a753" providerId="LiveId" clId="{A5C81ADB-FBB5-487C-BD9D-2394336AA81E}" dt="2026-09-15T08:32:40.232" v="2475" actId="1076"/>
          <ac:picMkLst>
            <pc:docMk/>
            <pc:sldMk cId="58636583" sldId="272"/>
            <ac:picMk id="9" creationId="{E05F7172-C4DF-3508-3904-0AEAAA45806A}"/>
          </ac:picMkLst>
        </pc:picChg>
        <pc:picChg chg="add del mod">
          <ac:chgData name="paul avrahami" userId="176848096704a753" providerId="LiveId" clId="{A5C81ADB-FBB5-487C-BD9D-2394336AA81E}" dt="2026-09-15T08:31:45.242" v="2465" actId="21"/>
          <ac:picMkLst>
            <pc:docMk/>
            <pc:sldMk cId="58636583" sldId="272"/>
            <ac:picMk id="11" creationId="{D0FB7553-44D7-8B91-95E1-F100FE9FDF2A}"/>
          </ac:picMkLst>
        </pc:picChg>
        <pc:picChg chg="add mod">
          <ac:chgData name="paul avrahami" userId="176848096704a753" providerId="LiveId" clId="{A5C81ADB-FBB5-487C-BD9D-2394336AA81E}" dt="2026-09-15T08:33:45.693" v="2487" actId="1076"/>
          <ac:picMkLst>
            <pc:docMk/>
            <pc:sldMk cId="58636583" sldId="272"/>
            <ac:picMk id="13" creationId="{2E539C7F-2D86-3B5C-8499-47416348F8ED}"/>
          </ac:picMkLst>
        </pc:picChg>
        <pc:picChg chg="add mod">
          <ac:chgData name="paul avrahami" userId="176848096704a753" providerId="LiveId" clId="{A5C81ADB-FBB5-487C-BD9D-2394336AA81E}" dt="2026-09-15T08:32:44.626" v="2476" actId="1076"/>
          <ac:picMkLst>
            <pc:docMk/>
            <pc:sldMk cId="58636583" sldId="272"/>
            <ac:picMk id="15" creationId="{4F0089E7-075C-44E9-9769-B819AB8E011B}"/>
          </ac:picMkLst>
        </pc:picChg>
        <pc:picChg chg="add mod">
          <ac:chgData name="paul avrahami" userId="176848096704a753" providerId="LiveId" clId="{A5C81ADB-FBB5-487C-BD9D-2394336AA81E}" dt="2026-09-15T16:32:59.698" v="3145" actId="1076"/>
          <ac:picMkLst>
            <pc:docMk/>
            <pc:sldMk cId="58636583" sldId="272"/>
            <ac:picMk id="17" creationId="{4FE2CB19-EF78-8FD1-C647-5B01E60814D8}"/>
          </ac:picMkLst>
        </pc:picChg>
        <pc:picChg chg="add mod">
          <ac:chgData name="paul avrahami" userId="176848096704a753" providerId="LiveId" clId="{A5C81ADB-FBB5-487C-BD9D-2394336AA81E}" dt="2026-09-15T08:33:41.973" v="2486" actId="1076"/>
          <ac:picMkLst>
            <pc:docMk/>
            <pc:sldMk cId="58636583" sldId="272"/>
            <ac:picMk id="19" creationId="{ADB7B068-1A88-55B3-E9B3-7957D4C1365B}"/>
          </ac:picMkLst>
        </pc:picChg>
      </pc:sldChg>
      <pc:sldChg chg="addSp delSp modSp new mod">
        <pc:chgData name="paul avrahami" userId="176848096704a753" providerId="LiveId" clId="{A5C81ADB-FBB5-487C-BD9D-2394336AA81E}" dt="2026-09-15T08:53:49.208" v="2523" actId="1076"/>
        <pc:sldMkLst>
          <pc:docMk/>
          <pc:sldMk cId="3806419243" sldId="273"/>
        </pc:sldMkLst>
        <pc:spChg chg="mod">
          <ac:chgData name="paul avrahami" userId="176848096704a753" providerId="LiveId" clId="{A5C81ADB-FBB5-487C-BD9D-2394336AA81E}" dt="2026-09-15T08:35:13.055" v="2491"/>
          <ac:spMkLst>
            <pc:docMk/>
            <pc:sldMk cId="3806419243" sldId="273"/>
            <ac:spMk id="2" creationId="{0722E085-3024-EAF4-D4FB-B1719E53D269}"/>
          </ac:spMkLst>
        </pc:spChg>
        <pc:spChg chg="del">
          <ac:chgData name="paul avrahami" userId="176848096704a753" providerId="LiveId" clId="{A5C81ADB-FBB5-487C-BD9D-2394336AA81E}" dt="2026-09-15T08:34:56.822" v="2489" actId="478"/>
          <ac:spMkLst>
            <pc:docMk/>
            <pc:sldMk cId="3806419243" sldId="273"/>
            <ac:spMk id="3" creationId="{C6DE78E2-13A5-AE87-9FD7-4641D5BD546A}"/>
          </ac:spMkLst>
        </pc:spChg>
        <pc:picChg chg="add mod">
          <ac:chgData name="paul avrahami" userId="176848096704a753" providerId="LiveId" clId="{A5C81ADB-FBB5-487C-BD9D-2394336AA81E}" dt="2026-09-15T08:34:59.782" v="2490" actId="1076"/>
          <ac:picMkLst>
            <pc:docMk/>
            <pc:sldMk cId="3806419243" sldId="273"/>
            <ac:picMk id="5" creationId="{0E24A976-B18B-1481-AC55-4B59A499BC65}"/>
          </ac:picMkLst>
        </pc:picChg>
        <pc:picChg chg="add mod">
          <ac:chgData name="paul avrahami" userId="176848096704a753" providerId="LiveId" clId="{A5C81ADB-FBB5-487C-BD9D-2394336AA81E}" dt="2026-09-15T08:53:45.874" v="2521" actId="1076"/>
          <ac:picMkLst>
            <pc:docMk/>
            <pc:sldMk cId="3806419243" sldId="273"/>
            <ac:picMk id="7" creationId="{6D46E65B-30EA-A346-0B9B-81DEFD9466E1}"/>
          </ac:picMkLst>
        </pc:picChg>
        <pc:picChg chg="add del mod">
          <ac:chgData name="paul avrahami" userId="176848096704a753" providerId="LiveId" clId="{A5C81ADB-FBB5-487C-BD9D-2394336AA81E}" dt="2026-09-15T08:47:41.537" v="2499" actId="21"/>
          <ac:picMkLst>
            <pc:docMk/>
            <pc:sldMk cId="3806419243" sldId="273"/>
            <ac:picMk id="9" creationId="{A5A77CBF-91F8-7F80-2351-82E8D057DF47}"/>
          </ac:picMkLst>
        </pc:picChg>
        <pc:picChg chg="add mod">
          <ac:chgData name="paul avrahami" userId="176848096704a753" providerId="LiveId" clId="{A5C81ADB-FBB5-487C-BD9D-2394336AA81E}" dt="2026-09-15T08:47:44.396" v="2500" actId="1076"/>
          <ac:picMkLst>
            <pc:docMk/>
            <pc:sldMk cId="3806419243" sldId="273"/>
            <ac:picMk id="11" creationId="{C590D415-445F-55E3-8174-A77A42FA6BD9}"/>
          </ac:picMkLst>
        </pc:picChg>
        <pc:picChg chg="add mod">
          <ac:chgData name="paul avrahami" userId="176848096704a753" providerId="LiveId" clId="{A5C81ADB-FBB5-487C-BD9D-2394336AA81E}" dt="2026-09-15T08:53:47.221" v="2522" actId="1076"/>
          <ac:picMkLst>
            <pc:docMk/>
            <pc:sldMk cId="3806419243" sldId="273"/>
            <ac:picMk id="13" creationId="{335E9C77-8AE2-34F1-64BD-31B3D354CAAA}"/>
          </ac:picMkLst>
        </pc:picChg>
        <pc:picChg chg="add mod">
          <ac:chgData name="paul avrahami" userId="176848096704a753" providerId="LiveId" clId="{A5C81ADB-FBB5-487C-BD9D-2394336AA81E}" dt="2026-09-15T08:51:26.206" v="2512" actId="1076"/>
          <ac:picMkLst>
            <pc:docMk/>
            <pc:sldMk cId="3806419243" sldId="273"/>
            <ac:picMk id="15" creationId="{91DD824E-4D44-5362-35DE-CDF44BFD2CD1}"/>
          </ac:picMkLst>
        </pc:picChg>
        <pc:picChg chg="add mod">
          <ac:chgData name="paul avrahami" userId="176848096704a753" providerId="LiveId" clId="{A5C81ADB-FBB5-487C-BD9D-2394336AA81E}" dt="2026-09-15T08:51:29.582" v="2513" actId="1076"/>
          <ac:picMkLst>
            <pc:docMk/>
            <pc:sldMk cId="3806419243" sldId="273"/>
            <ac:picMk id="17" creationId="{696056C1-9832-9D25-227F-1A747A424650}"/>
          </ac:picMkLst>
        </pc:picChg>
        <pc:picChg chg="add mod">
          <ac:chgData name="paul avrahami" userId="176848096704a753" providerId="LiveId" clId="{A5C81ADB-FBB5-487C-BD9D-2394336AA81E}" dt="2026-09-15T08:51:57.273" v="2518" actId="1076"/>
          <ac:picMkLst>
            <pc:docMk/>
            <pc:sldMk cId="3806419243" sldId="273"/>
            <ac:picMk id="19" creationId="{8081FF0E-418F-EBC5-3647-B31EAA639C81}"/>
          </ac:picMkLst>
        </pc:picChg>
        <pc:picChg chg="add mod">
          <ac:chgData name="paul avrahami" userId="176848096704a753" providerId="LiveId" clId="{A5C81ADB-FBB5-487C-BD9D-2394336AA81E}" dt="2026-09-15T08:53:49.208" v="2523" actId="1076"/>
          <ac:picMkLst>
            <pc:docMk/>
            <pc:sldMk cId="3806419243" sldId="273"/>
            <ac:picMk id="21" creationId="{832F91E5-97FD-7FE3-FE7D-889C617A2BC0}"/>
          </ac:picMkLst>
        </pc:picChg>
      </pc:sldChg>
      <pc:sldChg chg="addSp delSp modSp new mod">
        <pc:chgData name="paul avrahami" userId="176848096704a753" providerId="LiveId" clId="{A5C81ADB-FBB5-487C-BD9D-2394336AA81E}" dt="2026-09-15T16:35:18.563" v="3150" actId="14100"/>
        <pc:sldMkLst>
          <pc:docMk/>
          <pc:sldMk cId="936078009" sldId="274"/>
        </pc:sldMkLst>
        <pc:spChg chg="mod">
          <ac:chgData name="paul avrahami" userId="176848096704a753" providerId="LiveId" clId="{A5C81ADB-FBB5-487C-BD9D-2394336AA81E}" dt="2026-09-15T08:54:24.973" v="2562" actId="20577"/>
          <ac:spMkLst>
            <pc:docMk/>
            <pc:sldMk cId="936078009" sldId="274"/>
            <ac:spMk id="2" creationId="{76C3C054-0DF4-F491-F36B-498AB144E2A6}"/>
          </ac:spMkLst>
        </pc:spChg>
        <pc:spChg chg="del">
          <ac:chgData name="paul avrahami" userId="176848096704a753" providerId="LiveId" clId="{A5C81ADB-FBB5-487C-BD9D-2394336AA81E}" dt="2026-09-15T08:54:32.314" v="2563" actId="478"/>
          <ac:spMkLst>
            <pc:docMk/>
            <pc:sldMk cId="936078009" sldId="274"/>
            <ac:spMk id="3" creationId="{B0768ADB-8CBB-5867-C169-C17D3AE0C90E}"/>
          </ac:spMkLst>
        </pc:spChg>
        <pc:picChg chg="add del mod">
          <ac:chgData name="paul avrahami" userId="176848096704a753" providerId="LiveId" clId="{A5C81ADB-FBB5-487C-BD9D-2394336AA81E}" dt="2026-09-15T09:00:58.067" v="2567" actId="478"/>
          <ac:picMkLst>
            <pc:docMk/>
            <pc:sldMk cId="936078009" sldId="274"/>
            <ac:picMk id="5" creationId="{08A65119-12B3-A5CF-2532-D321B75FECA0}"/>
          </ac:picMkLst>
        </pc:picChg>
        <pc:picChg chg="add mod">
          <ac:chgData name="paul avrahami" userId="176848096704a753" providerId="LiveId" clId="{A5C81ADB-FBB5-487C-BD9D-2394336AA81E}" dt="2026-09-15T09:18:05.951" v="2615" actId="1076"/>
          <ac:picMkLst>
            <pc:docMk/>
            <pc:sldMk cId="936078009" sldId="274"/>
            <ac:picMk id="7" creationId="{23ABE419-21B5-DD6B-E0A8-C7B783BF6428}"/>
          </ac:picMkLst>
        </pc:picChg>
        <pc:picChg chg="add mod">
          <ac:chgData name="paul avrahami" userId="176848096704a753" providerId="LiveId" clId="{A5C81ADB-FBB5-487C-BD9D-2394336AA81E}" dt="2026-09-15T09:01:50.271" v="2572" actId="1076"/>
          <ac:picMkLst>
            <pc:docMk/>
            <pc:sldMk cId="936078009" sldId="274"/>
            <ac:picMk id="9" creationId="{4B8F119F-3514-B6EC-225E-074C13B92974}"/>
          </ac:picMkLst>
        </pc:picChg>
        <pc:picChg chg="add mod">
          <ac:chgData name="paul avrahami" userId="176848096704a753" providerId="LiveId" clId="{A5C81ADB-FBB5-487C-BD9D-2394336AA81E}" dt="2026-09-15T09:02:18.365" v="2575" actId="14100"/>
          <ac:picMkLst>
            <pc:docMk/>
            <pc:sldMk cId="936078009" sldId="274"/>
            <ac:picMk id="11" creationId="{19022684-0471-080A-DB52-D04687621B5F}"/>
          </ac:picMkLst>
        </pc:picChg>
        <pc:picChg chg="add mod">
          <ac:chgData name="paul avrahami" userId="176848096704a753" providerId="LiveId" clId="{A5C81ADB-FBB5-487C-BD9D-2394336AA81E}" dt="2026-09-15T09:05:16.332" v="2594" actId="14100"/>
          <ac:picMkLst>
            <pc:docMk/>
            <pc:sldMk cId="936078009" sldId="274"/>
            <ac:picMk id="13" creationId="{E7ED99B4-EC25-D3C3-25BB-B699F5A53674}"/>
          </ac:picMkLst>
        </pc:picChg>
        <pc:picChg chg="add mod">
          <ac:chgData name="paul avrahami" userId="176848096704a753" providerId="LiveId" clId="{A5C81ADB-FBB5-487C-BD9D-2394336AA81E}" dt="2026-09-15T09:05:06.595" v="2590" actId="1076"/>
          <ac:picMkLst>
            <pc:docMk/>
            <pc:sldMk cId="936078009" sldId="274"/>
            <ac:picMk id="15" creationId="{166E3143-2D6D-7929-0A6D-A1BB94FD1CEF}"/>
          </ac:picMkLst>
        </pc:picChg>
        <pc:picChg chg="add mod">
          <ac:chgData name="paul avrahami" userId="176848096704a753" providerId="LiveId" clId="{A5C81ADB-FBB5-487C-BD9D-2394336AA81E}" dt="2026-09-15T09:05:02.959" v="2589" actId="1076"/>
          <ac:picMkLst>
            <pc:docMk/>
            <pc:sldMk cId="936078009" sldId="274"/>
            <ac:picMk id="17" creationId="{AA90F8A6-89F4-7A62-F222-198B6CEA932E}"/>
          </ac:picMkLst>
        </pc:picChg>
        <pc:picChg chg="add mod">
          <ac:chgData name="paul avrahami" userId="176848096704a753" providerId="LiveId" clId="{A5C81ADB-FBB5-487C-BD9D-2394336AA81E}" dt="2026-09-15T09:06:35.941" v="2598" actId="1076"/>
          <ac:picMkLst>
            <pc:docMk/>
            <pc:sldMk cId="936078009" sldId="274"/>
            <ac:picMk id="19" creationId="{DCBFEF7E-76B6-CA74-3551-10E5EAB8DCAB}"/>
          </ac:picMkLst>
        </pc:picChg>
        <pc:picChg chg="add mod">
          <ac:chgData name="paul avrahami" userId="176848096704a753" providerId="LiveId" clId="{A5C81ADB-FBB5-487C-BD9D-2394336AA81E}" dt="2026-09-15T09:17:59.149" v="2613" actId="1076"/>
          <ac:picMkLst>
            <pc:docMk/>
            <pc:sldMk cId="936078009" sldId="274"/>
            <ac:picMk id="21" creationId="{B325DEAA-DF48-5AF8-668F-E59F884CC221}"/>
          </ac:picMkLst>
        </pc:picChg>
        <pc:picChg chg="add mod">
          <ac:chgData name="paul avrahami" userId="176848096704a753" providerId="LiveId" clId="{A5C81ADB-FBB5-487C-BD9D-2394336AA81E}" dt="2026-09-15T09:18:00.881" v="2614" actId="1076"/>
          <ac:picMkLst>
            <pc:docMk/>
            <pc:sldMk cId="936078009" sldId="274"/>
            <ac:picMk id="23" creationId="{0EF5BBAC-69C4-5A63-C14D-A32F8744CFF2}"/>
          </ac:picMkLst>
        </pc:picChg>
        <pc:picChg chg="add mod">
          <ac:chgData name="paul avrahami" userId="176848096704a753" providerId="LiveId" clId="{A5C81ADB-FBB5-487C-BD9D-2394336AA81E}" dt="2026-09-15T09:17:57.949" v="2612" actId="1076"/>
          <ac:picMkLst>
            <pc:docMk/>
            <pc:sldMk cId="936078009" sldId="274"/>
            <ac:picMk id="25" creationId="{4339ADE3-5BEF-0142-58F4-ED27139EFAA9}"/>
          </ac:picMkLst>
        </pc:picChg>
        <pc:picChg chg="add mod">
          <ac:chgData name="paul avrahami" userId="176848096704a753" providerId="LiveId" clId="{A5C81ADB-FBB5-487C-BD9D-2394336AA81E}" dt="2026-09-15T16:35:18.563" v="3150" actId="14100"/>
          <ac:picMkLst>
            <pc:docMk/>
            <pc:sldMk cId="936078009" sldId="274"/>
            <ac:picMk id="27" creationId="{36F20673-8705-1E5F-46FF-DA260F8D2CFF}"/>
          </ac:picMkLst>
        </pc:picChg>
      </pc:sldChg>
      <pc:sldChg chg="addSp delSp modSp new mod">
        <pc:chgData name="paul avrahami" userId="176848096704a753" providerId="LiveId" clId="{A5C81ADB-FBB5-487C-BD9D-2394336AA81E}" dt="2026-09-15T09:37:40.162" v="2694" actId="1076"/>
        <pc:sldMkLst>
          <pc:docMk/>
          <pc:sldMk cId="663690096" sldId="275"/>
        </pc:sldMkLst>
        <pc:spChg chg="add del mod">
          <ac:chgData name="paul avrahami" userId="176848096704a753" providerId="LiveId" clId="{A5C81ADB-FBB5-487C-BD9D-2394336AA81E}" dt="2026-09-15T09:27:21.877" v="2652" actId="20577"/>
          <ac:spMkLst>
            <pc:docMk/>
            <pc:sldMk cId="663690096" sldId="275"/>
            <ac:spMk id="2" creationId="{2342DD74-D9D6-64FC-3F8A-32250DAA9E5B}"/>
          </ac:spMkLst>
        </pc:spChg>
        <pc:spChg chg="add del">
          <ac:chgData name="paul avrahami" userId="176848096704a753" providerId="LiveId" clId="{A5C81ADB-FBB5-487C-BD9D-2394336AA81E}" dt="2026-09-15T09:26:56.299" v="2624" actId="478"/>
          <ac:spMkLst>
            <pc:docMk/>
            <pc:sldMk cId="663690096" sldId="275"/>
            <ac:spMk id="3" creationId="{BF5FB275-9A18-0D33-E5FE-2A88AA78BE24}"/>
          </ac:spMkLst>
        </pc:spChg>
        <pc:picChg chg="add del">
          <ac:chgData name="paul avrahami" userId="176848096704a753" providerId="LiveId" clId="{A5C81ADB-FBB5-487C-BD9D-2394336AA81E}" dt="2026-09-15T09:26:59.078" v="2626" actId="478"/>
          <ac:picMkLst>
            <pc:docMk/>
            <pc:sldMk cId="663690096" sldId="275"/>
            <ac:picMk id="5" creationId="{60DD4C8E-E160-E6E3-D4C7-86F2650DB48A}"/>
          </ac:picMkLst>
        </pc:picChg>
        <pc:picChg chg="add mod">
          <ac:chgData name="paul avrahami" userId="176848096704a753" providerId="LiveId" clId="{A5C81ADB-FBB5-487C-BD9D-2394336AA81E}" dt="2026-09-15T09:28:50.841" v="2660" actId="1076"/>
          <ac:picMkLst>
            <pc:docMk/>
            <pc:sldMk cId="663690096" sldId="275"/>
            <ac:picMk id="7" creationId="{068267A0-6272-B78B-1AF6-BD74E5E80A38}"/>
          </ac:picMkLst>
        </pc:picChg>
        <pc:picChg chg="add mod">
          <ac:chgData name="paul avrahami" userId="176848096704a753" providerId="LiveId" clId="{A5C81ADB-FBB5-487C-BD9D-2394336AA81E}" dt="2026-09-15T09:28:51.751" v="2661" actId="1076"/>
          <ac:picMkLst>
            <pc:docMk/>
            <pc:sldMk cId="663690096" sldId="275"/>
            <ac:picMk id="9" creationId="{54009F0A-B540-FC85-67A4-D40A4105A35A}"/>
          </ac:picMkLst>
        </pc:picChg>
        <pc:picChg chg="add del mod">
          <ac:chgData name="paul avrahami" userId="176848096704a753" providerId="LiveId" clId="{A5C81ADB-FBB5-487C-BD9D-2394336AA81E}" dt="2026-09-15T09:30:55.225" v="2667" actId="478"/>
          <ac:picMkLst>
            <pc:docMk/>
            <pc:sldMk cId="663690096" sldId="275"/>
            <ac:picMk id="11" creationId="{6B8114FC-B2EA-BD9B-AC7D-FCB8FA81D4D1}"/>
          </ac:picMkLst>
        </pc:picChg>
        <pc:picChg chg="add del mod">
          <ac:chgData name="paul avrahami" userId="176848096704a753" providerId="LiveId" clId="{A5C81ADB-FBB5-487C-BD9D-2394336AA81E}" dt="2026-09-15T09:31:27.927" v="2671" actId="478"/>
          <ac:picMkLst>
            <pc:docMk/>
            <pc:sldMk cId="663690096" sldId="275"/>
            <ac:picMk id="13" creationId="{6AE2CA0A-0C53-E037-8CFB-58C534D447B8}"/>
          </ac:picMkLst>
        </pc:picChg>
        <pc:picChg chg="add mod">
          <ac:chgData name="paul avrahami" userId="176848096704a753" providerId="LiveId" clId="{A5C81ADB-FBB5-487C-BD9D-2394336AA81E}" dt="2026-09-15T09:36:17.172" v="2692" actId="1037"/>
          <ac:picMkLst>
            <pc:docMk/>
            <pc:sldMk cId="663690096" sldId="275"/>
            <ac:picMk id="15" creationId="{8CE7D585-96F3-EEF6-F9B0-1FB69C761B9F}"/>
          </ac:picMkLst>
        </pc:picChg>
        <pc:picChg chg="add mod">
          <ac:chgData name="paul avrahami" userId="176848096704a753" providerId="LiveId" clId="{A5C81ADB-FBB5-487C-BD9D-2394336AA81E}" dt="2026-09-15T09:36:17.172" v="2692" actId="1037"/>
          <ac:picMkLst>
            <pc:docMk/>
            <pc:sldMk cId="663690096" sldId="275"/>
            <ac:picMk id="17" creationId="{DFCC3A1D-82CE-0C54-815C-FA2BE94E658F}"/>
          </ac:picMkLst>
        </pc:picChg>
        <pc:picChg chg="add mod">
          <ac:chgData name="paul avrahami" userId="176848096704a753" providerId="LiveId" clId="{A5C81ADB-FBB5-487C-BD9D-2394336AA81E}" dt="2026-09-15T09:36:17.172" v="2692" actId="1037"/>
          <ac:picMkLst>
            <pc:docMk/>
            <pc:sldMk cId="663690096" sldId="275"/>
            <ac:picMk id="19" creationId="{473131F1-E126-F0BE-107E-C8A783D290BB}"/>
          </ac:picMkLst>
        </pc:picChg>
        <pc:picChg chg="add mod">
          <ac:chgData name="paul avrahami" userId="176848096704a753" providerId="LiveId" clId="{A5C81ADB-FBB5-487C-BD9D-2394336AA81E}" dt="2026-09-15T09:37:40.162" v="2694" actId="1076"/>
          <ac:picMkLst>
            <pc:docMk/>
            <pc:sldMk cId="663690096" sldId="275"/>
            <ac:picMk id="21" creationId="{E2AB8B05-9DA0-A258-E223-7E26C1BFFAD2}"/>
          </ac:picMkLst>
        </pc:picChg>
      </pc:sldChg>
      <pc:sldChg chg="addSp delSp modSp new mod">
        <pc:chgData name="paul avrahami" userId="176848096704a753" providerId="LiveId" clId="{A5C81ADB-FBB5-487C-BD9D-2394336AA81E}" dt="2026-09-15T10:55:17.585" v="2750" actId="1076"/>
        <pc:sldMkLst>
          <pc:docMk/>
          <pc:sldMk cId="1262639815" sldId="276"/>
        </pc:sldMkLst>
        <pc:spChg chg="mod">
          <ac:chgData name="paul avrahami" userId="176848096704a753" providerId="LiveId" clId="{A5C81ADB-FBB5-487C-BD9D-2394336AA81E}" dt="2026-09-15T10:14:39.526" v="2738" actId="1076"/>
          <ac:spMkLst>
            <pc:docMk/>
            <pc:sldMk cId="1262639815" sldId="276"/>
            <ac:spMk id="2" creationId="{F1C1A35F-80BE-48F7-DE77-ECD1289D75EF}"/>
          </ac:spMkLst>
        </pc:spChg>
        <pc:spChg chg="del">
          <ac:chgData name="paul avrahami" userId="176848096704a753" providerId="LiveId" clId="{A5C81ADB-FBB5-487C-BD9D-2394336AA81E}" dt="2026-09-15T09:38:13.409" v="2710" actId="478"/>
          <ac:spMkLst>
            <pc:docMk/>
            <pc:sldMk cId="1262639815" sldId="276"/>
            <ac:spMk id="3" creationId="{4C9FA23C-AD04-B22A-5D6D-2433397727E8}"/>
          </ac:spMkLst>
        </pc:spChg>
        <pc:picChg chg="add mod">
          <ac:chgData name="paul avrahami" userId="176848096704a753" providerId="LiveId" clId="{A5C81ADB-FBB5-487C-BD9D-2394336AA81E}" dt="2026-09-15T10:09:57.452" v="2713" actId="1076"/>
          <ac:picMkLst>
            <pc:docMk/>
            <pc:sldMk cId="1262639815" sldId="276"/>
            <ac:picMk id="5" creationId="{AE502767-D889-D3E9-A838-CBE11A3A0BE9}"/>
          </ac:picMkLst>
        </pc:picChg>
        <pc:picChg chg="add mod">
          <ac:chgData name="paul avrahami" userId="176848096704a753" providerId="LiveId" clId="{A5C81ADB-FBB5-487C-BD9D-2394336AA81E}" dt="2026-09-15T10:11:50.018" v="2722" actId="1076"/>
          <ac:picMkLst>
            <pc:docMk/>
            <pc:sldMk cId="1262639815" sldId="276"/>
            <ac:picMk id="7" creationId="{3345A224-4E6D-1A26-2CFB-6595B5E21C58}"/>
          </ac:picMkLst>
        </pc:picChg>
        <pc:picChg chg="add mod">
          <ac:chgData name="paul avrahami" userId="176848096704a753" providerId="LiveId" clId="{A5C81ADB-FBB5-487C-BD9D-2394336AA81E}" dt="2026-09-15T10:11:48.768" v="2721" actId="14100"/>
          <ac:picMkLst>
            <pc:docMk/>
            <pc:sldMk cId="1262639815" sldId="276"/>
            <ac:picMk id="9" creationId="{1B31CAE5-05AB-E30C-59A0-41B9F8F1938D}"/>
          </ac:picMkLst>
        </pc:picChg>
        <pc:picChg chg="add mod">
          <ac:chgData name="paul avrahami" userId="176848096704a753" providerId="LiveId" clId="{A5C81ADB-FBB5-487C-BD9D-2394336AA81E}" dt="2026-09-15T10:14:40.867" v="2739" actId="1076"/>
          <ac:picMkLst>
            <pc:docMk/>
            <pc:sldMk cId="1262639815" sldId="276"/>
            <ac:picMk id="11" creationId="{8C9D48B0-1EB9-F337-95ED-6F23FA0E5728}"/>
          </ac:picMkLst>
        </pc:picChg>
        <pc:picChg chg="add mod">
          <ac:chgData name="paul avrahami" userId="176848096704a753" providerId="LiveId" clId="{A5C81ADB-FBB5-487C-BD9D-2394336AA81E}" dt="2026-09-15T10:14:43.186" v="2740" actId="1076"/>
          <ac:picMkLst>
            <pc:docMk/>
            <pc:sldMk cId="1262639815" sldId="276"/>
            <ac:picMk id="13" creationId="{CED2AEAB-A147-1455-DD48-CB60750A437C}"/>
          </ac:picMkLst>
        </pc:picChg>
        <pc:picChg chg="add mod">
          <ac:chgData name="paul avrahami" userId="176848096704a753" providerId="LiveId" clId="{A5C81ADB-FBB5-487C-BD9D-2394336AA81E}" dt="2026-09-15T10:14:44.985" v="2741" actId="1076"/>
          <ac:picMkLst>
            <pc:docMk/>
            <pc:sldMk cId="1262639815" sldId="276"/>
            <ac:picMk id="15" creationId="{4232AD72-1C01-8CEF-9635-F10540863018}"/>
          </ac:picMkLst>
        </pc:picChg>
        <pc:picChg chg="add mod">
          <ac:chgData name="paul avrahami" userId="176848096704a753" providerId="LiveId" clId="{A5C81ADB-FBB5-487C-BD9D-2394336AA81E}" dt="2026-09-15T10:55:16.296" v="2749" actId="1076"/>
          <ac:picMkLst>
            <pc:docMk/>
            <pc:sldMk cId="1262639815" sldId="276"/>
            <ac:picMk id="17" creationId="{47D7AE5B-E535-97E8-031D-F9071B91D7AB}"/>
          </ac:picMkLst>
        </pc:picChg>
        <pc:picChg chg="add mod">
          <ac:chgData name="paul avrahami" userId="176848096704a753" providerId="LiveId" clId="{A5C81ADB-FBB5-487C-BD9D-2394336AA81E}" dt="2026-09-15T10:55:17.585" v="2750" actId="1076"/>
          <ac:picMkLst>
            <pc:docMk/>
            <pc:sldMk cId="1262639815" sldId="276"/>
            <ac:picMk id="19" creationId="{D9AA0F13-A3DB-DD51-A9BA-FD1F1E0136B0}"/>
          </ac:picMkLst>
        </pc:picChg>
      </pc:sldChg>
      <pc:sldChg chg="addSp delSp modSp new mod">
        <pc:chgData name="paul avrahami" userId="176848096704a753" providerId="LiveId" clId="{A5C81ADB-FBB5-487C-BD9D-2394336AA81E}" dt="2026-09-15T10:57:58.856" v="2778"/>
        <pc:sldMkLst>
          <pc:docMk/>
          <pc:sldMk cId="2326242316" sldId="277"/>
        </pc:sldMkLst>
        <pc:spChg chg="mod">
          <ac:chgData name="paul avrahami" userId="176848096704a753" providerId="LiveId" clId="{A5C81ADB-FBB5-487C-BD9D-2394336AA81E}" dt="2026-09-15T10:57:58.856" v="2778"/>
          <ac:spMkLst>
            <pc:docMk/>
            <pc:sldMk cId="2326242316" sldId="277"/>
            <ac:spMk id="2" creationId="{EBE1AAFE-5250-6952-2307-02D7348540C8}"/>
          </ac:spMkLst>
        </pc:spChg>
        <pc:spChg chg="del">
          <ac:chgData name="paul avrahami" userId="176848096704a753" providerId="LiveId" clId="{A5C81ADB-FBB5-487C-BD9D-2394336AA81E}" dt="2026-09-15T10:55:55.684" v="2753" actId="478"/>
          <ac:spMkLst>
            <pc:docMk/>
            <pc:sldMk cId="2326242316" sldId="277"/>
            <ac:spMk id="3" creationId="{523A225A-833C-2B3F-6DDA-BD8C73BD73C5}"/>
          </ac:spMkLst>
        </pc:spChg>
        <pc:picChg chg="add mod">
          <ac:chgData name="paul avrahami" userId="176848096704a753" providerId="LiveId" clId="{A5C81ADB-FBB5-487C-BD9D-2394336AA81E}" dt="2026-09-15T10:57:40.516" v="2770" actId="1076"/>
          <ac:picMkLst>
            <pc:docMk/>
            <pc:sldMk cId="2326242316" sldId="277"/>
            <ac:picMk id="5" creationId="{A2265D4D-773B-1A18-AF9D-3B8C8A630D3F}"/>
          </ac:picMkLst>
        </pc:picChg>
        <pc:picChg chg="add mod">
          <ac:chgData name="paul avrahami" userId="176848096704a753" providerId="LiveId" clId="{A5C81ADB-FBB5-487C-BD9D-2394336AA81E}" dt="2026-09-15T10:57:52.387" v="2777" actId="14100"/>
          <ac:picMkLst>
            <pc:docMk/>
            <pc:sldMk cId="2326242316" sldId="277"/>
            <ac:picMk id="7" creationId="{3368D6A8-C48D-8FCA-19C7-61195B3FD7F6}"/>
          </ac:picMkLst>
        </pc:picChg>
        <pc:picChg chg="add mod">
          <ac:chgData name="paul avrahami" userId="176848096704a753" providerId="LiveId" clId="{A5C81ADB-FBB5-487C-BD9D-2394336AA81E}" dt="2026-09-15T10:57:50.864" v="2776" actId="1076"/>
          <ac:picMkLst>
            <pc:docMk/>
            <pc:sldMk cId="2326242316" sldId="277"/>
            <ac:picMk id="9" creationId="{E1B11D3B-04D2-D102-6A91-5D34E8C6A967}"/>
          </ac:picMkLst>
        </pc:picChg>
        <pc:picChg chg="add mod">
          <ac:chgData name="paul avrahami" userId="176848096704a753" providerId="LiveId" clId="{A5C81ADB-FBB5-487C-BD9D-2394336AA81E}" dt="2026-09-15T10:57:48.649" v="2775" actId="1076"/>
          <ac:picMkLst>
            <pc:docMk/>
            <pc:sldMk cId="2326242316" sldId="277"/>
            <ac:picMk id="11" creationId="{A59866B8-15B7-89E7-AC63-8F0F63D22360}"/>
          </ac:picMkLst>
        </pc:picChg>
      </pc:sldChg>
      <pc:sldChg chg="addSp delSp modSp new mod">
        <pc:chgData name="paul avrahami" userId="176848096704a753" providerId="LiveId" clId="{A5C81ADB-FBB5-487C-BD9D-2394336AA81E}" dt="2026-09-15T11:11:39.099" v="2850" actId="1076"/>
        <pc:sldMkLst>
          <pc:docMk/>
          <pc:sldMk cId="1812983657" sldId="278"/>
        </pc:sldMkLst>
        <pc:spChg chg="mod">
          <ac:chgData name="paul avrahami" userId="176848096704a753" providerId="LiveId" clId="{A5C81ADB-FBB5-487C-BD9D-2394336AA81E}" dt="2026-09-15T11:07:22.849" v="2816" actId="1076"/>
          <ac:spMkLst>
            <pc:docMk/>
            <pc:sldMk cId="1812983657" sldId="278"/>
            <ac:spMk id="2" creationId="{69BD1E89-7829-2EC9-6C23-E10C0DF228E5}"/>
          </ac:spMkLst>
        </pc:spChg>
        <pc:spChg chg="del">
          <ac:chgData name="paul avrahami" userId="176848096704a753" providerId="LiveId" clId="{A5C81ADB-FBB5-487C-BD9D-2394336AA81E}" dt="2026-09-15T10:59:31.685" v="2794" actId="478"/>
          <ac:spMkLst>
            <pc:docMk/>
            <pc:sldMk cId="1812983657" sldId="278"/>
            <ac:spMk id="3" creationId="{0CFB947D-CC63-0EAD-64C7-36A371BBBD79}"/>
          </ac:spMkLst>
        </pc:spChg>
        <pc:picChg chg="add del mod">
          <ac:chgData name="paul avrahami" userId="176848096704a753" providerId="LiveId" clId="{A5C81ADB-FBB5-487C-BD9D-2394336AA81E}" dt="2026-09-15T11:06:48.447" v="2808" actId="21"/>
          <ac:picMkLst>
            <pc:docMk/>
            <pc:sldMk cId="1812983657" sldId="278"/>
            <ac:picMk id="5" creationId="{A838B674-5D0C-F6A2-DE6E-09D509C6F27F}"/>
          </ac:picMkLst>
        </pc:picChg>
        <pc:picChg chg="add mod">
          <ac:chgData name="paul avrahami" userId="176848096704a753" providerId="LiveId" clId="{A5C81ADB-FBB5-487C-BD9D-2394336AA81E}" dt="2026-09-15T11:08:58.773" v="2831" actId="1076"/>
          <ac:picMkLst>
            <pc:docMk/>
            <pc:sldMk cId="1812983657" sldId="278"/>
            <ac:picMk id="7" creationId="{8285FBE2-10DA-D7DB-F4B8-DA7B947AB8E7}"/>
          </ac:picMkLst>
        </pc:picChg>
        <pc:picChg chg="add del mod">
          <ac:chgData name="paul avrahami" userId="176848096704a753" providerId="LiveId" clId="{A5C81ADB-FBB5-487C-BD9D-2394336AA81E}" dt="2026-09-15T11:08:07.516" v="2822" actId="21"/>
          <ac:picMkLst>
            <pc:docMk/>
            <pc:sldMk cId="1812983657" sldId="278"/>
            <ac:picMk id="9" creationId="{9963DFEF-C863-926E-4112-9C2D4C175EE5}"/>
          </ac:picMkLst>
        </pc:picChg>
        <pc:picChg chg="add mod">
          <ac:chgData name="paul avrahami" userId="176848096704a753" providerId="LiveId" clId="{A5C81ADB-FBB5-487C-BD9D-2394336AA81E}" dt="2026-09-15T11:10:08.087" v="2841" actId="14100"/>
          <ac:picMkLst>
            <pc:docMk/>
            <pc:sldMk cId="1812983657" sldId="278"/>
            <ac:picMk id="11" creationId="{5A2FE02B-5BFC-D7B6-1C18-9BED60F3EF81}"/>
          </ac:picMkLst>
        </pc:picChg>
        <pc:picChg chg="add mod">
          <ac:chgData name="paul avrahami" userId="176848096704a753" providerId="LiveId" clId="{A5C81ADB-FBB5-487C-BD9D-2394336AA81E}" dt="2026-09-15T11:11:36.893" v="2849" actId="1076"/>
          <ac:picMkLst>
            <pc:docMk/>
            <pc:sldMk cId="1812983657" sldId="278"/>
            <ac:picMk id="13" creationId="{6027396E-0B31-BB99-DAD5-B95C2ABC74FC}"/>
          </ac:picMkLst>
        </pc:picChg>
        <pc:picChg chg="add mod">
          <ac:chgData name="paul avrahami" userId="176848096704a753" providerId="LiveId" clId="{A5C81ADB-FBB5-487C-BD9D-2394336AA81E}" dt="2026-09-15T11:11:30.743" v="2847" actId="14100"/>
          <ac:picMkLst>
            <pc:docMk/>
            <pc:sldMk cId="1812983657" sldId="278"/>
            <ac:picMk id="15" creationId="{AD29000F-826C-251A-FC9B-3ACD7C442351}"/>
          </ac:picMkLst>
        </pc:picChg>
        <pc:picChg chg="add mod">
          <ac:chgData name="paul avrahami" userId="176848096704a753" providerId="LiveId" clId="{A5C81ADB-FBB5-487C-BD9D-2394336AA81E}" dt="2026-09-15T11:11:39.099" v="2850" actId="1076"/>
          <ac:picMkLst>
            <pc:docMk/>
            <pc:sldMk cId="1812983657" sldId="278"/>
            <ac:picMk id="17" creationId="{C2CB146F-53EB-7530-C780-81598E20E041}"/>
          </ac:picMkLst>
        </pc:picChg>
      </pc:sldChg>
      <pc:sldChg chg="addSp delSp modSp new mod">
        <pc:chgData name="paul avrahami" userId="176848096704a753" providerId="LiveId" clId="{A5C81ADB-FBB5-487C-BD9D-2394336AA81E}" dt="2026-09-15T11:56:23.840" v="2905" actId="1076"/>
        <pc:sldMkLst>
          <pc:docMk/>
          <pc:sldMk cId="459753920" sldId="279"/>
        </pc:sldMkLst>
        <pc:spChg chg="mod">
          <ac:chgData name="paul avrahami" userId="176848096704a753" providerId="LiveId" clId="{A5C81ADB-FBB5-487C-BD9D-2394336AA81E}" dt="2026-09-15T11:13:11.402" v="2862" actId="20577"/>
          <ac:spMkLst>
            <pc:docMk/>
            <pc:sldMk cId="459753920" sldId="279"/>
            <ac:spMk id="2" creationId="{5D7DB13B-3693-3048-0943-96E588EA32D3}"/>
          </ac:spMkLst>
        </pc:spChg>
        <pc:spChg chg="del">
          <ac:chgData name="paul avrahami" userId="176848096704a753" providerId="LiveId" clId="{A5C81ADB-FBB5-487C-BD9D-2394336AA81E}" dt="2026-09-15T11:13:14.112" v="2863" actId="478"/>
          <ac:spMkLst>
            <pc:docMk/>
            <pc:sldMk cId="459753920" sldId="279"/>
            <ac:spMk id="3" creationId="{807B74DA-F168-7975-B8A4-63F6F5B2EBDE}"/>
          </ac:spMkLst>
        </pc:spChg>
        <pc:picChg chg="add mod">
          <ac:chgData name="paul avrahami" userId="176848096704a753" providerId="LiveId" clId="{A5C81ADB-FBB5-487C-BD9D-2394336AA81E}" dt="2026-09-15T11:13:42.036" v="2867" actId="1076"/>
          <ac:picMkLst>
            <pc:docMk/>
            <pc:sldMk cId="459753920" sldId="279"/>
            <ac:picMk id="5" creationId="{AA10A4A0-A0BC-6CD4-F510-2C338C77D87C}"/>
          </ac:picMkLst>
        </pc:picChg>
        <pc:picChg chg="add mod">
          <ac:chgData name="paul avrahami" userId="176848096704a753" providerId="LiveId" clId="{A5C81ADB-FBB5-487C-BD9D-2394336AA81E}" dt="2026-09-15T11:18:11.782" v="2871" actId="14100"/>
          <ac:picMkLst>
            <pc:docMk/>
            <pc:sldMk cId="459753920" sldId="279"/>
            <ac:picMk id="7" creationId="{826A19DB-BE8C-D78A-A585-F1F9BB1A70CC}"/>
          </ac:picMkLst>
        </pc:picChg>
        <pc:picChg chg="add mod">
          <ac:chgData name="paul avrahami" userId="176848096704a753" providerId="LiveId" clId="{A5C81ADB-FBB5-487C-BD9D-2394336AA81E}" dt="2026-09-15T11:46:16.924" v="2899" actId="1076"/>
          <ac:picMkLst>
            <pc:docMk/>
            <pc:sldMk cId="459753920" sldId="279"/>
            <ac:picMk id="9" creationId="{A32F9B28-55EB-AEB3-B73A-3D05F265A0E7}"/>
          </ac:picMkLst>
        </pc:picChg>
        <pc:picChg chg="add mod">
          <ac:chgData name="paul avrahami" userId="176848096704a753" providerId="LiveId" clId="{A5C81ADB-FBB5-487C-BD9D-2394336AA81E}" dt="2026-09-15T11:30:20.987" v="2880" actId="1076"/>
          <ac:picMkLst>
            <pc:docMk/>
            <pc:sldMk cId="459753920" sldId="279"/>
            <ac:picMk id="11" creationId="{253CE2FB-7155-21EC-BBB3-24A1F7FF1BE2}"/>
          </ac:picMkLst>
        </pc:picChg>
        <pc:picChg chg="add mod">
          <ac:chgData name="paul avrahami" userId="176848096704a753" providerId="LiveId" clId="{A5C81ADB-FBB5-487C-BD9D-2394336AA81E}" dt="2026-09-15T11:44:32.375" v="2892" actId="1076"/>
          <ac:picMkLst>
            <pc:docMk/>
            <pc:sldMk cId="459753920" sldId="279"/>
            <ac:picMk id="13" creationId="{C75FA9EF-1A8C-C51B-233E-8BE1F7AA57B3}"/>
          </ac:picMkLst>
        </pc:picChg>
        <pc:picChg chg="add mod">
          <ac:chgData name="paul avrahami" userId="176848096704a753" providerId="LiveId" clId="{A5C81ADB-FBB5-487C-BD9D-2394336AA81E}" dt="2026-09-15T11:46:18.662" v="2900" actId="1076"/>
          <ac:picMkLst>
            <pc:docMk/>
            <pc:sldMk cId="459753920" sldId="279"/>
            <ac:picMk id="15" creationId="{D4B914F2-B48A-3643-8299-F10FDAF31922}"/>
          </ac:picMkLst>
        </pc:picChg>
        <pc:picChg chg="add mod">
          <ac:chgData name="paul avrahami" userId="176848096704a753" providerId="LiveId" clId="{A5C81ADB-FBB5-487C-BD9D-2394336AA81E}" dt="2026-09-15T11:46:27.392" v="2903" actId="1076"/>
          <ac:picMkLst>
            <pc:docMk/>
            <pc:sldMk cId="459753920" sldId="279"/>
            <ac:picMk id="17" creationId="{ACA4B526-3FBD-C695-BC1C-DA71D1035E97}"/>
          </ac:picMkLst>
        </pc:picChg>
        <pc:picChg chg="add mod">
          <ac:chgData name="paul avrahami" userId="176848096704a753" providerId="LiveId" clId="{A5C81ADB-FBB5-487C-BD9D-2394336AA81E}" dt="2026-09-15T11:56:23.840" v="2905" actId="1076"/>
          <ac:picMkLst>
            <pc:docMk/>
            <pc:sldMk cId="459753920" sldId="279"/>
            <ac:picMk id="19" creationId="{CFF38C2A-09D5-B332-AD18-D250F3FCDCFE}"/>
          </ac:picMkLst>
        </pc:picChg>
      </pc:sldChg>
      <pc:sldChg chg="addSp delSp modSp new mod">
        <pc:chgData name="paul avrahami" userId="176848096704a753" providerId="LiveId" clId="{A5C81ADB-FBB5-487C-BD9D-2394336AA81E}" dt="2026-09-15T12:06:04.333" v="2985" actId="5793"/>
        <pc:sldMkLst>
          <pc:docMk/>
          <pc:sldMk cId="3852792660" sldId="280"/>
        </pc:sldMkLst>
        <pc:spChg chg="mod">
          <ac:chgData name="paul avrahami" userId="176848096704a753" providerId="LiveId" clId="{A5C81ADB-FBB5-487C-BD9D-2394336AA81E}" dt="2026-09-15T12:06:04.333" v="2985" actId="5793"/>
          <ac:spMkLst>
            <pc:docMk/>
            <pc:sldMk cId="3852792660" sldId="280"/>
            <ac:spMk id="2" creationId="{1297B9CD-3892-B647-FC26-8C3E0621366A}"/>
          </ac:spMkLst>
        </pc:spChg>
        <pc:spChg chg="del">
          <ac:chgData name="paul avrahami" userId="176848096704a753" providerId="LiveId" clId="{A5C81ADB-FBB5-487C-BD9D-2394336AA81E}" dt="2026-09-15T11:58:59.809" v="2908" actId="478"/>
          <ac:spMkLst>
            <pc:docMk/>
            <pc:sldMk cId="3852792660" sldId="280"/>
            <ac:spMk id="3" creationId="{173AD8FA-CD15-FC41-6C89-8F72675AFE19}"/>
          </ac:spMkLst>
        </pc:spChg>
        <pc:picChg chg="add mod">
          <ac:chgData name="paul avrahami" userId="176848096704a753" providerId="LiveId" clId="{A5C81ADB-FBB5-487C-BD9D-2394336AA81E}" dt="2026-09-15T12:05:42.288" v="2945" actId="1076"/>
          <ac:picMkLst>
            <pc:docMk/>
            <pc:sldMk cId="3852792660" sldId="280"/>
            <ac:picMk id="5" creationId="{69620F82-30DB-1D56-006D-630C09BC0B9B}"/>
          </ac:picMkLst>
        </pc:picChg>
        <pc:picChg chg="add mod">
          <ac:chgData name="paul avrahami" userId="176848096704a753" providerId="LiveId" clId="{A5C81ADB-FBB5-487C-BD9D-2394336AA81E}" dt="2026-09-15T12:05:40.949" v="2944" actId="1076"/>
          <ac:picMkLst>
            <pc:docMk/>
            <pc:sldMk cId="3852792660" sldId="280"/>
            <ac:picMk id="7" creationId="{C9D8519C-09A3-2E7B-C8DD-A3E382A02A8D}"/>
          </ac:picMkLst>
        </pc:picChg>
        <pc:picChg chg="add mod">
          <ac:chgData name="paul avrahami" userId="176848096704a753" providerId="LiveId" clId="{A5C81ADB-FBB5-487C-BD9D-2394336AA81E}" dt="2026-09-15T12:05:37.446" v="2942" actId="1076"/>
          <ac:picMkLst>
            <pc:docMk/>
            <pc:sldMk cId="3852792660" sldId="280"/>
            <ac:picMk id="9" creationId="{9CDCD334-61F9-5D6C-8CE8-0A22154A647B}"/>
          </ac:picMkLst>
        </pc:picChg>
        <pc:picChg chg="add mod">
          <ac:chgData name="paul avrahami" userId="176848096704a753" providerId="LiveId" clId="{A5C81ADB-FBB5-487C-BD9D-2394336AA81E}" dt="2026-09-15T12:05:35.047" v="2941" actId="1076"/>
          <ac:picMkLst>
            <pc:docMk/>
            <pc:sldMk cId="3852792660" sldId="280"/>
            <ac:picMk id="11" creationId="{F031D95A-1B22-AEE7-4795-70F62414665C}"/>
          </ac:picMkLst>
        </pc:picChg>
        <pc:picChg chg="add mod">
          <ac:chgData name="paul avrahami" userId="176848096704a753" providerId="LiveId" clId="{A5C81ADB-FBB5-487C-BD9D-2394336AA81E}" dt="2026-09-15T12:05:39.559" v="2943" actId="14100"/>
          <ac:picMkLst>
            <pc:docMk/>
            <pc:sldMk cId="3852792660" sldId="280"/>
            <ac:picMk id="13" creationId="{B7FA97FC-AFD9-76AE-3079-CA310C1EBE78}"/>
          </ac:picMkLst>
        </pc:picChg>
        <pc:picChg chg="add mod">
          <ac:chgData name="paul avrahami" userId="176848096704a753" providerId="LiveId" clId="{A5C81ADB-FBB5-487C-BD9D-2394336AA81E}" dt="2026-09-15T12:05:52.271" v="2952" actId="14100"/>
          <ac:picMkLst>
            <pc:docMk/>
            <pc:sldMk cId="3852792660" sldId="280"/>
            <ac:picMk id="15" creationId="{5B69A645-1688-2A9B-AC00-BBE0E9A713F9}"/>
          </ac:picMkLst>
        </pc:picChg>
        <pc:picChg chg="add mod">
          <ac:chgData name="paul avrahami" userId="176848096704a753" providerId="LiveId" clId="{A5C81ADB-FBB5-487C-BD9D-2394336AA81E}" dt="2026-09-15T12:05:54.569" v="2953" actId="1076"/>
          <ac:picMkLst>
            <pc:docMk/>
            <pc:sldMk cId="3852792660" sldId="280"/>
            <ac:picMk id="17" creationId="{5C1FAB55-2C3F-C8C1-E4A5-6E79286091B7}"/>
          </ac:picMkLst>
        </pc:picChg>
        <pc:picChg chg="add mod">
          <ac:chgData name="paul avrahami" userId="176848096704a753" providerId="LiveId" clId="{A5C81ADB-FBB5-487C-BD9D-2394336AA81E}" dt="2026-09-15T12:05:50.315" v="2951" actId="14100"/>
          <ac:picMkLst>
            <pc:docMk/>
            <pc:sldMk cId="3852792660" sldId="280"/>
            <ac:picMk id="19" creationId="{05BCA881-2094-1714-2FEE-EC5AA6509A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49404-71FD-4672-8077-8D1774DE09D1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8B2D9-AAAB-47CB-8201-648BB5114F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739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9495-95EF-9E2A-D42F-4B3AA960A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16862-79AF-2505-2223-A6C363C7E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06210-BAF3-CCE3-817B-8F378BDF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1231E-BB33-4DB4-B6D9-B9899594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851CD-6C04-D686-D6E0-7AFC76CF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790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05F8-BCC0-E9D9-9F2E-4EDBA845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ACB6-06D0-0A01-E836-8C8C14C2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32011-6440-8EEC-DA3A-DE7E92D4B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8C23D-3FF2-9944-B978-EAA38B49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598B5-978C-0E13-F267-06C3FCD6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296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4682-F475-F41C-E59C-5F0B71D3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00235-A6FE-6775-172B-8A3FC585D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B2E9-8CF9-468A-7D3F-620ED076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BBCB2-98EB-FB11-FDCC-50654BE8C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CFE33-9B16-3616-7F58-2E911AEB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368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8B45-509E-3FB9-87C1-2CC6D397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0C81-2565-B2A5-450F-F72DAC69B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5B87E-1091-F327-57C2-59874617E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A044C-EC38-8B96-1B14-17401EB3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B8F28-F924-2833-3B00-3B6D4BD20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70A11-EA24-8C91-7A72-FE71D8E5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57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EDAD-CB3F-6AD9-DD7F-51B94D2C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9A7F9-E40A-78E8-C365-5F5F3F0AC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C5A6-864D-5C75-533C-4E18EBB21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4E8B3-E6AE-57BA-6744-805F5DE87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3322D-333A-056E-12C8-9660BF7CD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4A639-5EA4-69EE-29D3-3F67C3E3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60E9E-B3A8-FCE3-7F23-D9DC1F62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D853F-5EAC-CE41-BAFE-C7AF3B68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74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F0CE-90DB-3386-58D0-9DBA2098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6766C-1C3A-1ECD-C11C-E106D53E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B100B-22AE-F24F-7B45-E90D163F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8FE6C-E64D-8ED8-89B3-8BFFE68A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545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ECC9C-05B9-71D7-E4F5-C2350E5E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0B316-16BD-F132-143E-22EFCD10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DBAFD-898E-B5BA-D058-F5058698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504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2E06-3F93-27E1-8670-F4E6D0B3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EC0C5-A6CB-534E-C4B4-AC4EA1D3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B981E-1E15-E559-DC41-BB5F359E3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BB2AF-4A6A-2D55-331D-4FB1F18B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96914-7919-446A-67F3-31D5862D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FBF35-86AA-FE7B-48E1-9963D6F3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61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8483-91D7-B6CD-9B3D-1C3F2F46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71669-D253-FC4E-7913-5114E656D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9B1BC-4DC9-0547-BEF6-4A2505187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97556-3506-B591-3E7A-32A8197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15535-E1D6-660A-E4EB-D256CB6D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BC168-23C5-6F30-DAA0-A63097E2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83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72E0-DABB-3C8C-6447-1042AA39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F2BE6-FEAC-7365-CA15-9346AFEA4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78480-74D2-572F-32F7-40667488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4E0FF-A779-3654-CB93-72A8E797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F3BC7-E88C-5E7E-7DF6-B93FF635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101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0AF69-25D7-3620-26F8-593E97AD5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6B398-D43C-089F-06A0-B160334F7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55860-CB50-BCFD-86A3-4479BA694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880F4-4EA3-9B12-5266-3604036C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5FDA8-965F-4856-0917-0286F1C4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174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D86D67-2F4B-4C87-7F76-52A93572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66C08-76F4-B2CD-FBD8-A9BCFB1FF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B4541-4BD6-D2E5-A67B-74D16E08A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F21D7-D3DA-4B5D-B809-2BD8D418E683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A7B6-1252-6838-B242-CBDF519A3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406AD-C512-3F26-9CE0-9AE78A8BE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78FCE-6386-403D-987E-E53B2FF3CD5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574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98AF-E2CD-3A27-B8FA-C8A462C09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Code 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B0879-4CCC-25E7-EE62-AF1FA27D2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Paul Avrahami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0496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B4C5-0DBD-6530-A31A-A6DCE171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F0FC3-CA94-5C8A-857C-B8A0C552F0D7}"/>
              </a:ext>
            </a:extLst>
          </p:cNvPr>
          <p:cNvSpPr txBox="1"/>
          <p:nvPr/>
        </p:nvSpPr>
        <p:spPr>
          <a:xfrm>
            <a:off x="648584" y="1859339"/>
            <a:ext cx="54474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You’ll learn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is Claude code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Setting up Claude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Writing good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Using the planning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Managing context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Adding tools via MCP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Using Checkpoints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Using Subagents </a:t>
            </a:r>
          </a:p>
          <a:p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A53A7E-3E93-AEFB-F6E5-0292D140C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992" y="1168086"/>
            <a:ext cx="5350680" cy="47498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F317D9-DF10-754F-0907-A102BE417A10}"/>
              </a:ext>
            </a:extLst>
          </p:cNvPr>
          <p:cNvSpPr txBox="1"/>
          <p:nvPr/>
        </p:nvSpPr>
        <p:spPr>
          <a:xfrm>
            <a:off x="2395728" y="6135624"/>
            <a:ext cx="796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demonstrate we will use a simple expanse tracker build with react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9019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207C-2FA5-5549-7663-96C46CDF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fix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FE280-D100-9EE9-BD75-B3A2EEB0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88" y="1697451"/>
            <a:ext cx="9642239" cy="34630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5C8049-269D-C70A-DE12-05EA3E316829}"/>
              </a:ext>
            </a:extLst>
          </p:cNvPr>
          <p:cNvSpPr txBox="1"/>
          <p:nvPr/>
        </p:nvSpPr>
        <p:spPr>
          <a:xfrm>
            <a:off x="740664" y="5870448"/>
            <a:ext cx="984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There is a bug , the total expenses are not calculated correctly , the code is messy and the UA needs some uplifting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86427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3968-6724-4C01-2F05-72C2FB6A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tools and outcome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25A31-C2DE-4F25-1E08-C227D6F4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08" y="2121408"/>
            <a:ext cx="5674051" cy="33787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079AF-45D9-C73E-E6DA-AF92818DE5BB}"/>
              </a:ext>
            </a:extLst>
          </p:cNvPr>
          <p:cNvSpPr txBox="1"/>
          <p:nvPr/>
        </p:nvSpPr>
        <p:spPr>
          <a:xfrm>
            <a:off x="434231" y="5846544"/>
            <a:ext cx="11192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 this section we will use Claude code to fix the bug , refactor the code add new feature and give it a new look and feel.</a:t>
            </a:r>
            <a:endParaRPr lang="LID4096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9A8A5A-D766-2D49-A8B1-E6955C9F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43" y="2121408"/>
            <a:ext cx="5674051" cy="33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4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728D-533D-3CBD-359F-E6A70805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Claude code ?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6B44A-7D5C-4697-7A2C-40B544C41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152" y="73732"/>
            <a:ext cx="3410626" cy="20198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D62500-83EF-1D8E-D7E1-DAD5AA4F3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78" y="1690688"/>
            <a:ext cx="4891954" cy="24958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0C4624-8907-1D3F-E4D9-553EBF8D3CC4}"/>
              </a:ext>
            </a:extLst>
          </p:cNvPr>
          <p:cNvSpPr txBox="1"/>
          <p:nvPr/>
        </p:nvSpPr>
        <p:spPr>
          <a:xfrm>
            <a:off x="303920" y="1321356"/>
            <a:ext cx="493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Access to tools that can preform actions </a:t>
            </a:r>
            <a:endParaRPr lang="LID4096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5B29DC-A753-FBA4-CA3C-D703C6152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20" y="4687079"/>
            <a:ext cx="4891954" cy="20189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8BE437-1588-063E-E10F-A51594A4FB4F}"/>
              </a:ext>
            </a:extLst>
          </p:cNvPr>
          <p:cNvSpPr txBox="1"/>
          <p:nvPr/>
        </p:nvSpPr>
        <p:spPr>
          <a:xfrm>
            <a:off x="192530" y="4317747"/>
            <a:ext cx="53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describe what you want and the Claude does it 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691FEE-7C7F-5495-F135-7B923DCA58B4}"/>
              </a:ext>
            </a:extLst>
          </p:cNvPr>
          <p:cNvSpPr txBox="1"/>
          <p:nvPr/>
        </p:nvSpPr>
        <p:spPr>
          <a:xfrm>
            <a:off x="6169152" y="2203305"/>
            <a:ext cx="506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it only for Vibe coding ? </a:t>
            </a:r>
            <a:endParaRPr lang="LID409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B7F45E-9D2C-7FA6-A69E-C7CD99947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152" y="2606234"/>
            <a:ext cx="3132441" cy="32550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76057B-FE0F-4E20-BF43-3D62638EE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152" y="5956254"/>
            <a:ext cx="4572235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6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95A77-9DAA-6076-5204-ADCFA831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Claude code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A522D-81E8-81ED-7578-7FF781443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84" y="1922566"/>
            <a:ext cx="5320669" cy="2482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E3564-1DA1-63CC-F03C-50698074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12" y="4686467"/>
            <a:ext cx="5439541" cy="2058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AD81D-BDAB-3B72-018F-A77276BD0164}"/>
              </a:ext>
            </a:extLst>
          </p:cNvPr>
          <p:cNvSpPr txBox="1"/>
          <p:nvPr/>
        </p:nvSpPr>
        <p:spPr>
          <a:xfrm>
            <a:off x="286584" y="1553234"/>
            <a:ext cx="403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Subscription – Best Pro  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6293B-4D40-3332-5B0C-C52C48E6D1D7}"/>
              </a:ext>
            </a:extLst>
          </p:cNvPr>
          <p:cNvSpPr txBox="1"/>
          <p:nvPr/>
        </p:nvSpPr>
        <p:spPr>
          <a:xfrm>
            <a:off x="167712" y="4405545"/>
            <a:ext cx="403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 as you go by using an API 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43C78C-C58B-F74E-92E8-A4FFA7749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2565"/>
            <a:ext cx="5528581" cy="24829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4F9C37-D45B-6BB9-B898-92C144E4D98C}"/>
              </a:ext>
            </a:extLst>
          </p:cNvPr>
          <p:cNvSpPr txBox="1"/>
          <p:nvPr/>
        </p:nvSpPr>
        <p:spPr>
          <a:xfrm>
            <a:off x="6158869" y="1553233"/>
            <a:ext cx="403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Installation instruction </a:t>
            </a:r>
            <a:endParaRPr lang="LID4096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8BCB1D-7588-14E6-1D27-7E0D836DC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637421"/>
            <a:ext cx="3124685" cy="20831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CDDF15-315A-C343-7125-B11E2202A4AD}"/>
              </a:ext>
            </a:extLst>
          </p:cNvPr>
          <p:cNvSpPr txBox="1"/>
          <p:nvPr/>
        </p:nvSpPr>
        <p:spPr>
          <a:xfrm>
            <a:off x="9409175" y="4985189"/>
            <a:ext cx="2615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 there is a warring to add Claude to your PATH , press the suggested command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903484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E1F7-EA05-E9EE-2277-17078F4D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45085"/>
            <a:ext cx="10515600" cy="1325563"/>
          </a:xfrm>
        </p:spPr>
        <p:txBody>
          <a:bodyPr/>
          <a:lstStyle/>
          <a:p>
            <a:r>
              <a:rPr lang="en-US" dirty="0"/>
              <a:t>Using Claude Code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258E7-35B6-4608-B1F4-EAC710F0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" y="1016134"/>
            <a:ext cx="6388428" cy="2330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C212CD-E662-9371-1B9E-BC80FC44C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" y="3741712"/>
            <a:ext cx="6388428" cy="3003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FFDB5E-D7C1-C05C-308B-718421F2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129" y="1955442"/>
            <a:ext cx="4807197" cy="40261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2BCF01-9E94-4676-73D1-487E3443497A}"/>
              </a:ext>
            </a:extLst>
          </p:cNvPr>
          <p:cNvSpPr txBox="1"/>
          <p:nvPr/>
        </p:nvSpPr>
        <p:spPr>
          <a:xfrm>
            <a:off x="7231129" y="1478379"/>
            <a:ext cx="462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Login with your subscription : </a:t>
            </a:r>
            <a:endParaRPr lang="LID4096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00969-1C6E-7B46-51B7-F3BDC3BA4FCE}"/>
              </a:ext>
            </a:extLst>
          </p:cNvPr>
          <p:cNvSpPr txBox="1"/>
          <p:nvPr/>
        </p:nvSpPr>
        <p:spPr>
          <a:xfrm>
            <a:off x="332233" y="3326631"/>
            <a:ext cx="462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Put the Claude code on the left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5587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4930-02F2-3503-95FB-C4AE04F9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commands 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08EE6-2A74-941E-CF10-31CF5ABD6346}"/>
              </a:ext>
            </a:extLst>
          </p:cNvPr>
          <p:cNvSpPr txBox="1"/>
          <p:nvPr/>
        </p:nvSpPr>
        <p:spPr>
          <a:xfrm>
            <a:off x="504580" y="1494038"/>
            <a:ext cx="6298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/model – selects the LLM model</a:t>
            </a:r>
          </a:p>
          <a:p>
            <a:r>
              <a:rPr lang="en-US" b="1" dirty="0"/>
              <a:t>/terminal-setup – Install Shift Enter for multi line prompts </a:t>
            </a:r>
          </a:p>
          <a:p>
            <a:r>
              <a:rPr lang="en-US" b="1" dirty="0"/>
              <a:t>(CTL + l clears the prompt)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B4C64-5796-FA28-0ACB-D4F4759DB28A}"/>
              </a:ext>
            </a:extLst>
          </p:cNvPr>
          <p:cNvSpPr txBox="1"/>
          <p:nvPr/>
        </p:nvSpPr>
        <p:spPr>
          <a:xfrm>
            <a:off x="374905" y="2615586"/>
            <a:ext cx="6298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Write “Run this app” to run the application</a:t>
            </a:r>
          </a:p>
          <a:p>
            <a:r>
              <a:rPr lang="en-US" b="1" dirty="0"/>
              <a:t>The first time Claude runs a tool it need out permission  </a:t>
            </a:r>
            <a:endParaRPr lang="LID4096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50F31C-DF6A-C4CA-9FA5-4B9766EC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0" y="3386631"/>
            <a:ext cx="5058019" cy="3348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7093B6-7D2B-A717-4FAC-E51183205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99" y="734457"/>
            <a:ext cx="4765621" cy="30818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9D84D1-38D4-2884-F1E4-3DF0A2CDDF71}"/>
              </a:ext>
            </a:extLst>
          </p:cNvPr>
          <p:cNvSpPr txBox="1"/>
          <p:nvPr/>
        </p:nvSpPr>
        <p:spPr>
          <a:xfrm>
            <a:off x="7324344" y="221456"/>
            <a:ext cx="562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the background tasks </a:t>
            </a:r>
            <a:endParaRPr lang="LID4096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AC807C-2209-BB08-8392-6E95CE0FC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3" y="3988597"/>
            <a:ext cx="3209541" cy="26479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CE0CAE-10D8-18B1-9342-15CF0E3D7922}"/>
              </a:ext>
            </a:extLst>
          </p:cNvPr>
          <p:cNvSpPr txBox="1"/>
          <p:nvPr/>
        </p:nvSpPr>
        <p:spPr>
          <a:xfrm>
            <a:off x="9921241" y="4850905"/>
            <a:ext cx="227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application is running and we have a lot to fix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02067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9606-B823-2D42-BC1B-E1B65D07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our project Memory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3889A-87FF-0070-0250-31C43265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95" y="1904490"/>
            <a:ext cx="4235668" cy="2178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0AE95B-15B4-3C74-A28D-681587F5C970}"/>
              </a:ext>
            </a:extLst>
          </p:cNvPr>
          <p:cNvSpPr txBox="1"/>
          <p:nvPr/>
        </p:nvSpPr>
        <p:spPr>
          <a:xfrm>
            <a:off x="511629" y="1436914"/>
            <a:ext cx="428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Creates a project specific MD file</a:t>
            </a:r>
            <a:endParaRPr lang="LID4096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6D4B2-6A0E-95BD-0766-1AE6BC7A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4" y="4662461"/>
            <a:ext cx="4288971" cy="1009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E28C63-3A3B-649E-22A6-3D1B1E8095D5}"/>
              </a:ext>
            </a:extLst>
          </p:cNvPr>
          <p:cNvSpPr txBox="1"/>
          <p:nvPr/>
        </p:nvSpPr>
        <p:spPr>
          <a:xfrm>
            <a:off x="511629" y="4212771"/>
            <a:ext cx="3973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Writing comment on the change </a:t>
            </a:r>
            <a:endParaRPr lang="LID4096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A62A6C-B037-5441-4F8B-529260E8F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614" y="1773589"/>
            <a:ext cx="3473629" cy="23686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4DC63D-ADA9-CA20-F551-CBD0598BC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900" y="4822371"/>
            <a:ext cx="4007056" cy="14183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EB44B4-03F7-26B6-C7AD-20AFAF90E00B}"/>
              </a:ext>
            </a:extLst>
          </p:cNvPr>
          <p:cNvSpPr txBox="1"/>
          <p:nvPr/>
        </p:nvSpPr>
        <p:spPr>
          <a:xfrm>
            <a:off x="6283235" y="4397437"/>
            <a:ext cx="516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Correction the bug we have in Summarization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509068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4EBC-5655-9B37-5EB1-4E1F3741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010"/>
            <a:ext cx="10515600" cy="1325563"/>
          </a:xfrm>
        </p:spPr>
        <p:txBody>
          <a:bodyPr/>
          <a:lstStyle/>
          <a:p>
            <a:r>
              <a:rPr lang="en-US" dirty="0"/>
              <a:t>The “right” prompt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DD877-98B4-C243-8DF2-26DE7AF08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24" y="1693732"/>
            <a:ext cx="7487035" cy="1200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2BF5CC-6CD3-A030-E37E-E0231C9F4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23" y="3421231"/>
            <a:ext cx="7601341" cy="387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790470-1465-0BAD-4F3B-277D62A70042}"/>
              </a:ext>
            </a:extLst>
          </p:cNvPr>
          <p:cNvSpPr txBox="1"/>
          <p:nvPr/>
        </p:nvSpPr>
        <p:spPr>
          <a:xfrm>
            <a:off x="758624" y="1270581"/>
            <a:ext cx="672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Claude had fixed the problem, but it took a wrong path </a:t>
            </a:r>
            <a:endParaRPr lang="LID4096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50AD1-39D4-09CC-8FB0-D7DE2770998F}"/>
              </a:ext>
            </a:extLst>
          </p:cNvPr>
          <p:cNvSpPr txBox="1"/>
          <p:nvPr/>
        </p:nvSpPr>
        <p:spPr>
          <a:xfrm>
            <a:off x="682422" y="2997873"/>
            <a:ext cx="748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issue that numbers are represented as strings </a:t>
            </a:r>
            <a:endParaRPr lang="LID4096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91B15-A972-AFC5-1D33-CDDBAF337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23" y="4185322"/>
            <a:ext cx="4419827" cy="8445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69DE15-E31C-4338-A737-756B081EFF6A}"/>
              </a:ext>
            </a:extLst>
          </p:cNvPr>
          <p:cNvSpPr txBox="1"/>
          <p:nvPr/>
        </p:nvSpPr>
        <p:spPr>
          <a:xfrm>
            <a:off x="682421" y="3833725"/>
            <a:ext cx="748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 Claude a more accurate prompt </a:t>
            </a:r>
            <a:endParaRPr lang="LID4096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642AA8-CB64-16F1-4EBD-1C0E20937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97" y="5399569"/>
            <a:ext cx="7620392" cy="13335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EAC1BF-55BC-B1E5-5673-23A0B627F25E}"/>
              </a:ext>
            </a:extLst>
          </p:cNvPr>
          <p:cNvSpPr txBox="1"/>
          <p:nvPr/>
        </p:nvSpPr>
        <p:spPr>
          <a:xfrm>
            <a:off x="701916" y="5029915"/>
            <a:ext cx="748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Now Claude made the right correction </a:t>
            </a:r>
            <a:endParaRPr lang="LID4096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5BC1E0-8D25-22D5-2E78-8A8A2767C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810" y="4338540"/>
            <a:ext cx="3889190" cy="8953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669A34-55F0-2CDE-3AFC-93B503B7E7EB}"/>
              </a:ext>
            </a:extLst>
          </p:cNvPr>
          <p:cNvSpPr txBox="1"/>
          <p:nvPr/>
        </p:nvSpPr>
        <p:spPr>
          <a:xfrm>
            <a:off x="8847199" y="3928952"/>
            <a:ext cx="295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bug was fixed</a:t>
            </a:r>
            <a:endParaRPr lang="LID4096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F79EA9-33C8-639A-03C0-28DEFC93BE4D}"/>
              </a:ext>
            </a:extLst>
          </p:cNvPr>
          <p:cNvSpPr txBox="1"/>
          <p:nvPr/>
        </p:nvSpPr>
        <p:spPr>
          <a:xfrm>
            <a:off x="8483348" y="5214581"/>
            <a:ext cx="345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Don’t forget to write a commit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52104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F880-3F43-B5B1-4718-CF291953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endParaRPr lang="LID4096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B3008-9D6C-829B-E488-18CC5A1F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1" y="2166424"/>
            <a:ext cx="3619686" cy="5588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2D219F-F87B-20BE-774D-C8C51A4F2424}"/>
              </a:ext>
            </a:extLst>
          </p:cNvPr>
          <p:cNvSpPr txBox="1"/>
          <p:nvPr/>
        </p:nvSpPr>
        <p:spPr>
          <a:xfrm>
            <a:off x="701040" y="1807030"/>
            <a:ext cx="3559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arrange the code 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E973F3-96D6-5EC2-E24D-7BE4EE5E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1" y="3084647"/>
            <a:ext cx="4140413" cy="3562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D98140-DA9A-503A-F855-10CCB1677B68}"/>
              </a:ext>
            </a:extLst>
          </p:cNvPr>
          <p:cNvSpPr txBox="1"/>
          <p:nvPr/>
        </p:nvSpPr>
        <p:spPr>
          <a:xfrm>
            <a:off x="777601" y="2715315"/>
            <a:ext cx="468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file was created for the summary </a:t>
            </a:r>
            <a:endParaRPr lang="LID4096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E761B0-53F8-2D63-6A63-4FD7D2DC6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31" y="651813"/>
            <a:ext cx="3886400" cy="5016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5DF5EB-CC9B-F946-4477-0F3C508B6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518" y="1231365"/>
            <a:ext cx="5890964" cy="14839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346BA6-A845-EEE6-6465-3871AF876790}"/>
              </a:ext>
            </a:extLst>
          </p:cNvPr>
          <p:cNvSpPr txBox="1"/>
          <p:nvPr/>
        </p:nvSpPr>
        <p:spPr>
          <a:xfrm>
            <a:off x="6198518" y="329499"/>
            <a:ext cx="3559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follow-up prompt</a:t>
            </a:r>
            <a:endParaRPr lang="LID4096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A7120B-F7A1-B47F-F0CB-C144AA748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396865"/>
            <a:ext cx="4134062" cy="4445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055ABB-83D5-EECC-7978-7E55DBDF8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996451"/>
            <a:ext cx="5993482" cy="24964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762884A-4ACE-1D23-918B-D7236BB0C8CF}"/>
              </a:ext>
            </a:extLst>
          </p:cNvPr>
          <p:cNvSpPr txBox="1"/>
          <p:nvPr/>
        </p:nvSpPr>
        <p:spPr>
          <a:xfrm>
            <a:off x="6096000" y="2725253"/>
            <a:ext cx="487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code moved to the appropriate file</a:t>
            </a:r>
            <a:endParaRPr lang="LID4096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554D29-29CD-D305-CF1B-DAE20F8C11FC}"/>
              </a:ext>
            </a:extLst>
          </p:cNvPr>
          <p:cNvSpPr txBox="1"/>
          <p:nvPr/>
        </p:nvSpPr>
        <p:spPr>
          <a:xfrm>
            <a:off x="6096000" y="3094585"/>
            <a:ext cx="487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we want to create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284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EFAE-3183-E9DA-59B6-F9ACCDA5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the code base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08AA0B-F8E8-B891-3FC5-FA440F44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30" y="2213255"/>
            <a:ext cx="3340272" cy="190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9D84DC-6091-61E6-4A24-56A4714F35E9}"/>
              </a:ext>
            </a:extLst>
          </p:cNvPr>
          <p:cNvSpPr txBox="1"/>
          <p:nvPr/>
        </p:nvSpPr>
        <p:spPr>
          <a:xfrm>
            <a:off x="104345" y="1767305"/>
            <a:ext cx="488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Update the documentation  of architecture </a:t>
            </a:r>
            <a:endParaRPr lang="LID4096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60086-3BD4-AEB4-65E3-BE0EFE5E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" y="2491588"/>
            <a:ext cx="7201270" cy="10478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86259B-5E02-BB0D-F44A-7298F89A8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30" y="4001136"/>
            <a:ext cx="2209914" cy="21019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6B070C-16FC-1FC8-98F5-1FB446E3430A}"/>
              </a:ext>
            </a:extLst>
          </p:cNvPr>
          <p:cNvSpPr txBox="1"/>
          <p:nvPr/>
        </p:nvSpPr>
        <p:spPr>
          <a:xfrm>
            <a:off x="54430" y="3634979"/>
            <a:ext cx="271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Another option to commit </a:t>
            </a:r>
            <a:endParaRPr lang="LID409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B25A65-2195-0C05-2C9C-C9D93CA94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073" y="919595"/>
            <a:ext cx="3930327" cy="26021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204095-C0F5-BD37-37AD-80600E8DBA1D}"/>
              </a:ext>
            </a:extLst>
          </p:cNvPr>
          <p:cNvSpPr txBox="1"/>
          <p:nvPr/>
        </p:nvSpPr>
        <p:spPr>
          <a:xfrm>
            <a:off x="9910817" y="4738076"/>
            <a:ext cx="1878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Highlight any piece of code and ask Claude to explain it </a:t>
            </a:r>
            <a:endParaRPr lang="LID4096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B4541C-2DE3-7DA6-3D4A-A91490070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2664" y="4322677"/>
            <a:ext cx="6575622" cy="230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35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DB70-07AB-2832-83F0-52C59B35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44" y="311644"/>
            <a:ext cx="10515600" cy="1325563"/>
          </a:xfrm>
        </p:spPr>
        <p:txBody>
          <a:bodyPr/>
          <a:lstStyle/>
          <a:p>
            <a:r>
              <a:rPr lang="en-US" dirty="0"/>
              <a:t>Using the Plan mode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F8E26-D190-03C3-9FA7-E9E7F80D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48" y="1690688"/>
            <a:ext cx="3892750" cy="482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C49C00-CC29-A483-3A7A-901069F5C9BF}"/>
              </a:ext>
            </a:extLst>
          </p:cNvPr>
          <p:cNvSpPr txBox="1"/>
          <p:nvPr/>
        </p:nvSpPr>
        <p:spPr>
          <a:xfrm>
            <a:off x="4635564" y="1784805"/>
            <a:ext cx="3853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want to add a conformation dialog box </a:t>
            </a:r>
            <a:endParaRPr lang="LID4096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EB219-199D-61C8-0436-7A494918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0" y="2746443"/>
            <a:ext cx="3816546" cy="304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8A113B-BB52-EBFE-1AFA-9F6329873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42" y="3419022"/>
            <a:ext cx="4095961" cy="33021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AA5247-B198-C794-AD8E-67D7EBA90765}"/>
              </a:ext>
            </a:extLst>
          </p:cNvPr>
          <p:cNvSpPr txBox="1"/>
          <p:nvPr/>
        </p:nvSpPr>
        <p:spPr>
          <a:xfrm>
            <a:off x="251936" y="3075382"/>
            <a:ext cx="385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plan </a:t>
            </a:r>
            <a:r>
              <a:rPr lang="en-US" dirty="0"/>
              <a:t>: </a:t>
            </a:r>
            <a:endParaRPr lang="LID4096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EC1449-6892-2C8A-DEFE-190E2481E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212" y="2537238"/>
            <a:ext cx="3543482" cy="7493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CCE654-F4CB-FD45-D36B-17634E635D66}"/>
              </a:ext>
            </a:extLst>
          </p:cNvPr>
          <p:cNvSpPr txBox="1"/>
          <p:nvPr/>
        </p:nvSpPr>
        <p:spPr>
          <a:xfrm>
            <a:off x="431955" y="2306580"/>
            <a:ext cx="385354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Shift+Tab</a:t>
            </a:r>
            <a:r>
              <a:rPr lang="en-US" b="1" dirty="0"/>
              <a:t> : change to plan mode </a:t>
            </a:r>
            <a:endParaRPr lang="LID4096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E13CC8-3930-2889-CCE9-AFB57187F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64" y="3726392"/>
            <a:ext cx="4102311" cy="26480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F72DE9-E8B3-7790-CAD0-1D420D3DBAEA}"/>
              </a:ext>
            </a:extLst>
          </p:cNvPr>
          <p:cNvSpPr txBox="1"/>
          <p:nvPr/>
        </p:nvSpPr>
        <p:spPr>
          <a:xfrm>
            <a:off x="4583725" y="3351295"/>
            <a:ext cx="385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Changes were made</a:t>
            </a:r>
            <a:endParaRPr lang="LID4096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AE592D-6064-F5B8-7905-C4CC9895E6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56" y="3535961"/>
            <a:ext cx="2642502" cy="15365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5D8AD97-22FF-7484-256F-EAF87E3061AF}"/>
              </a:ext>
            </a:extLst>
          </p:cNvPr>
          <p:cNvSpPr txBox="1"/>
          <p:nvPr/>
        </p:nvSpPr>
        <p:spPr>
          <a:xfrm>
            <a:off x="9347123" y="3059668"/>
            <a:ext cx="185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result</a:t>
            </a:r>
            <a:endParaRPr lang="LID4096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478ADD4-F56B-422C-75C6-BFCA482AD4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468" y="5674666"/>
            <a:ext cx="1701887" cy="8064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833E389-CF5E-EB11-DD1A-944DBCD74D06}"/>
              </a:ext>
            </a:extLst>
          </p:cNvPr>
          <p:cNvSpPr txBox="1"/>
          <p:nvPr/>
        </p:nvSpPr>
        <p:spPr>
          <a:xfrm>
            <a:off x="9258356" y="5275135"/>
            <a:ext cx="274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forget the commit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51828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8027-B9BD-E632-EC0E-7B9B43F1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the Context 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CF6A0-1095-CA95-3CE8-1542AB265209}"/>
              </a:ext>
            </a:extLst>
          </p:cNvPr>
          <p:cNvSpPr txBox="1"/>
          <p:nvPr/>
        </p:nvSpPr>
        <p:spPr>
          <a:xfrm>
            <a:off x="1042416" y="1453896"/>
            <a:ext cx="784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Claude Working Memory </a:t>
            </a:r>
            <a:endParaRPr lang="LID4096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754FC4-F13C-F419-6F4B-0D1F6ADC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50" y="1827100"/>
            <a:ext cx="2671406" cy="32076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E39AA3-7057-B312-B0CF-B9FB3D32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672" y="1552506"/>
            <a:ext cx="3505727" cy="2377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DF2B77-753A-3EAB-B241-321B09B41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672" y="4028626"/>
            <a:ext cx="2568950" cy="16060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58B786-FDAE-02FC-8F89-DE185DDC4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838" y="4333719"/>
            <a:ext cx="3797808" cy="10703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CDB672-92F4-D882-FB0E-AFFF74CBB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016" y="1552506"/>
            <a:ext cx="4379474" cy="204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74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3916-6773-6152-7675-A69F66B6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Usage and Cost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A0755-F6EC-1F41-D9D2-C2E72F0BF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89" y="1796260"/>
            <a:ext cx="1797142" cy="254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03AB55-6C15-B0DE-42B5-DD535020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9" y="2120832"/>
            <a:ext cx="3988005" cy="2362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693746-5275-9825-992D-096B50F73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89" y="4553712"/>
            <a:ext cx="3988005" cy="20252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3D6C69-57E9-AC53-63A5-DE91D6EC2468}"/>
              </a:ext>
            </a:extLst>
          </p:cNvPr>
          <p:cNvSpPr txBox="1"/>
          <p:nvPr/>
        </p:nvSpPr>
        <p:spPr>
          <a:xfrm>
            <a:off x="2530291" y="1690688"/>
            <a:ext cx="1721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API related</a:t>
            </a:r>
            <a:endParaRPr lang="LID4096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CED58F-80C6-55DC-37B8-864EEABD0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010" y="2918238"/>
            <a:ext cx="3600635" cy="26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61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BE20-2C0F-3759-5769-C96651ABC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</a:t>
            </a:r>
            <a:r>
              <a:rPr lang="he-IL" dirty="0"/>
              <a:t>)</a:t>
            </a:r>
            <a:r>
              <a:rPr lang="en-US" dirty="0"/>
              <a:t>MCP</a:t>
            </a:r>
            <a:r>
              <a:rPr lang="he-IL" dirty="0"/>
              <a:t>(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E2C5F-CB55-D7A1-D9E9-0894ED1D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3" y="1408176"/>
            <a:ext cx="3816625" cy="2212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F4DFF4-B194-EB0E-75C3-AC709FBB6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635" y="1498857"/>
            <a:ext cx="3816625" cy="20309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4763AF-E1C1-6AF7-56E5-D22A46641991}"/>
              </a:ext>
            </a:extLst>
          </p:cNvPr>
          <p:cNvSpPr txBox="1"/>
          <p:nvPr/>
        </p:nvSpPr>
        <p:spPr>
          <a:xfrm>
            <a:off x="4274635" y="3561109"/>
            <a:ext cx="4062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Without MCP – Custom code </a:t>
            </a:r>
            <a:endParaRPr lang="LID4096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C88B69-E8B8-B188-519D-CEDEF7DAB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443" y="1509872"/>
            <a:ext cx="2331700" cy="2051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C7CAB1-AC2E-5DD0-925C-A6541667A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440282"/>
            <a:ext cx="5289857" cy="18377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E89BEC-7E58-FAB8-4EE5-E4688DD13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947" y="4023112"/>
            <a:ext cx="1447915" cy="26720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4899A7-8640-6CCD-1A4B-395CC07FC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443" y="4559154"/>
            <a:ext cx="3448034" cy="183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3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C96A-FD3D-C27E-30F2-4F283815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tools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D88DB-9EB8-8751-A99D-DA46C9CB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" y="1581912"/>
            <a:ext cx="2070312" cy="1981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83443-4C04-F1F5-3B8E-706B5BACD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779" y="1603185"/>
            <a:ext cx="6502734" cy="1981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5F7172-C4DF-3508-3904-0AEAAA45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" y="4009378"/>
            <a:ext cx="4346448" cy="19600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539C7F-2D86-3B5C-8499-47416348F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447" y="6047364"/>
            <a:ext cx="3456299" cy="6557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0089E7-075C-44E9-9769-B819AB8E0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701" y="4029493"/>
            <a:ext cx="4716974" cy="19773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E2CB19-EF78-8FD1-C647-5B01E6081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3850" y="4066898"/>
            <a:ext cx="2676188" cy="19399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B7B068-1A88-55B3-E9B3-7957D4C13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3850" y="6133136"/>
            <a:ext cx="2616049" cy="39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6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E085-3024-EAF4-D4FB-B1719E53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tools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4A976-B18B-1481-AC55-4B59A499B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366"/>
            <a:ext cx="4057859" cy="2533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46E65B-30EA-A346-0B9B-81DEFD94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501" y="43471"/>
            <a:ext cx="3425064" cy="2516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90D415-445F-55E3-8174-A77A42FA6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8" y="4691824"/>
            <a:ext cx="4095961" cy="19050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5E9C77-8AE2-34F1-64BD-31B3D354C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051" y="2821281"/>
            <a:ext cx="3246514" cy="29537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DD824E-4D44-5362-35DE-CDF44BFD2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899" y="432501"/>
            <a:ext cx="3123670" cy="27301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6056C1-9832-9D25-227F-1A747A424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910" y="3717095"/>
            <a:ext cx="2857647" cy="2095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81FF0E-418F-EBC5-3647-B31EAA639C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075" y="4168493"/>
            <a:ext cx="3439482" cy="2214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2F91E5-97FD-7FE3-FE7D-889C617A2B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3423" y="6008082"/>
            <a:ext cx="1790792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9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3C054-0DF4-F491-F36B-498AB144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skills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ABE419-21B5-DD6B-E0A8-C7B783BF6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219" y="526605"/>
            <a:ext cx="6883754" cy="1905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F119F-3514-B6EC-225E-074C13B9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04" y="2618001"/>
            <a:ext cx="4705444" cy="7239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022684-0471-080A-DB52-D04687621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04" y="3516086"/>
            <a:ext cx="4713692" cy="468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ED99B4-EC25-D3C3-25BB-B699F5A53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91" y="4185620"/>
            <a:ext cx="2002569" cy="7020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6E3143-2D6D-7929-0A6D-A1BB94FD1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04" y="5235510"/>
            <a:ext cx="2063856" cy="12573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90F8A6-89F4-7A62-F222-198B6CEA93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5526" y="4185621"/>
            <a:ext cx="2147339" cy="24601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BFEF7E-76B6-CA74-3551-10E5EAB8DC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704" y="6590381"/>
            <a:ext cx="1225613" cy="2349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25DEAA-DF48-5AF8-668F-E59F884CC2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9219" y="2772397"/>
            <a:ext cx="2273417" cy="11240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F5BBAC-69C4-5A63-C14D-A32F8744CF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9854" y="2769176"/>
            <a:ext cx="1016052" cy="2921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39ADE3-5BEF-0142-58F4-ED27139EFA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5362" y="4052947"/>
            <a:ext cx="4534548" cy="24399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F20673-8705-1E5F-46FF-DA260F8D2C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0051" y="4641754"/>
            <a:ext cx="2101958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78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DD74-D9D6-64FC-3F8A-32250DAA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skills 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8267A0-6272-B78B-1AF6-BD74E5E8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4" y="1570945"/>
            <a:ext cx="3467592" cy="3153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009F0A-B540-FC85-67A4-D40A4105A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4" y="4879427"/>
            <a:ext cx="3467592" cy="1847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E7D585-96F3-EEF6-F9B0-1FB69C761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610" y="536359"/>
            <a:ext cx="4191215" cy="4445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CC3A1D-82CE-0C54-815C-FA2BE94E6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610" y="1027906"/>
            <a:ext cx="4191215" cy="28957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3131F1-E126-F0BE-107E-C8A783D29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610" y="3970679"/>
            <a:ext cx="4191214" cy="28346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2AB8B05-9DA0-A258-E223-7E26C1BFFA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413" y="4051265"/>
            <a:ext cx="1968601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90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A35F-80BE-48F7-DE77-ECD1289D7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184525"/>
            <a:ext cx="10515600" cy="1325563"/>
          </a:xfrm>
        </p:spPr>
        <p:txBody>
          <a:bodyPr/>
          <a:lstStyle/>
          <a:p>
            <a:r>
              <a:rPr lang="en-US" dirty="0"/>
              <a:t>Checkpointing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02767-D889-D3E9-A838-CBE11A3A0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39" y="1591056"/>
            <a:ext cx="2899118" cy="2336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5A224-4E6D-1A26-2CFB-6595B5E2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39" y="4089763"/>
            <a:ext cx="2899118" cy="329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31CAE5-05AB-E30C-59A0-41B9F8F19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39" y="4581143"/>
            <a:ext cx="2899118" cy="2154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9D48B0-1EB9-F337-95ED-6F23FA0E5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054" y="1333796"/>
            <a:ext cx="3010059" cy="2272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D2AEAB-A147-1455-DD48-CB60750A4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054" y="3772246"/>
            <a:ext cx="3010059" cy="6350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32AD72-1C01-8CEF-9635-F105408630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055" y="4550422"/>
            <a:ext cx="3010058" cy="23075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D7AE5B-E535-97E8-031D-F9071B91D7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393" y="1333868"/>
            <a:ext cx="2362321" cy="5143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AA0F13-A3DB-DD51-A9BA-FD1F1E0136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9916" y="2007327"/>
            <a:ext cx="4767595" cy="30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39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1AAFE-5250-6952-2307-02D73485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Checkpointing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65D4D-773B-1A18-AF9D-3B8C8A630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1894815"/>
            <a:ext cx="4102311" cy="3359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68D6A8-C48D-8FCA-19C7-61195B3FD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156" y="1893821"/>
            <a:ext cx="4480073" cy="3359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B11D3B-04D2-D102-6A91-5D34E8C6A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127" y="5426580"/>
            <a:ext cx="4614736" cy="635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9866B8-15B7-89E7-AC63-8F0F63D22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892" y="2298696"/>
            <a:ext cx="3014940" cy="25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42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1E89-7829-2EC9-6C23-E10C0DF2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90805"/>
            <a:ext cx="10515600" cy="1325563"/>
          </a:xfrm>
        </p:spPr>
        <p:txBody>
          <a:bodyPr/>
          <a:lstStyle/>
          <a:p>
            <a:r>
              <a:rPr lang="en-US" dirty="0"/>
              <a:t>Creating Subagents 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5FBE2-10DA-D7DB-F4B8-DA7B947AB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70" y="1379792"/>
            <a:ext cx="4900363" cy="2890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2FE02B-5BFC-D7B6-1C18-9BED60F3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520" y="1416368"/>
            <a:ext cx="3192474" cy="28383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27396E-0B31-BB99-DAD5-B95C2ABC7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056" y="2277890"/>
            <a:ext cx="3192474" cy="1094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29000F-826C-251A-FC9B-3ACD7C442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70" y="4501756"/>
            <a:ext cx="8333524" cy="21146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CB146F-53EB-7530-C780-81598E20E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8056" y="4030868"/>
            <a:ext cx="2825199" cy="27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83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B13B-3693-3048-0943-96E588EA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0A4A0-A0BC-6CD4-F510-2C338C77D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1" y="1560058"/>
            <a:ext cx="5632566" cy="638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6A19DB-BE8C-D78A-A585-F1F9BB1A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2" y="2388914"/>
            <a:ext cx="5632566" cy="1797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2F9B28-55EB-AEB3-B73A-3D05F265A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528" y="75679"/>
            <a:ext cx="3848298" cy="2625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3CE2FB-7155-21EC-BBB3-24A1F7FF1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81" y="4376057"/>
            <a:ext cx="3451324" cy="2285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5FA9EF-1A8C-C51B-233E-8BE1F7AA5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7975" y="4376057"/>
            <a:ext cx="1234253" cy="22827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B914F2-B48A-3643-8299-F10FDAF319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3327" y="2776778"/>
            <a:ext cx="3861499" cy="25125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A4B526-3FBD-C695-BC1C-DA71D1035E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1137" y="5429427"/>
            <a:ext cx="6246919" cy="11809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F38C2A-09D5-B332-AD18-D250F3FCDC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6629" y="4189826"/>
            <a:ext cx="1752690" cy="4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53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B9CD-3892-B647-FC26-8C3E0621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of engineering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20F82-30DB-1D56-006D-630C09BC0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91" y="2713649"/>
            <a:ext cx="5152416" cy="2953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D8519C-09A3-2E7B-C8DD-A3E382A02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546" y="2713649"/>
            <a:ext cx="4722499" cy="2953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DCD334-61F9-5D6C-8CE8-0A22154A6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370" y="1720487"/>
            <a:ext cx="2197213" cy="825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31D95A-1B22-AEE7-4795-70F624146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145" y="1750287"/>
            <a:ext cx="2311519" cy="825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FA97FC-AFD9-76AE-3079-CA310C1EB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2590" y="1775688"/>
            <a:ext cx="4216617" cy="8001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69A645-1688-2A9B-AC00-BBE0E9A713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262" y="5870734"/>
            <a:ext cx="2362321" cy="9418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1FAB55-2C3F-C8C1-E4A5-6E79286091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4335" y="5870734"/>
            <a:ext cx="3314870" cy="977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BCA881-2094-1714-2FEE-EC5AA6509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0957" y="5870734"/>
            <a:ext cx="3962604" cy="98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92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442</Words>
  <Application>Microsoft Office PowerPoint</Application>
  <PresentationFormat>Widescreen</PresentationFormat>
  <Paragraphs>80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Claude Code </vt:lpstr>
      <vt:lpstr>Introduction </vt:lpstr>
      <vt:lpstr>What we will fix </vt:lpstr>
      <vt:lpstr>The tools and outcome</vt:lpstr>
      <vt:lpstr>What is Claude code ? </vt:lpstr>
      <vt:lpstr>Installing Claude code </vt:lpstr>
      <vt:lpstr>Using Claude Code </vt:lpstr>
      <vt:lpstr>Useful commands </vt:lpstr>
      <vt:lpstr>Creating our project Memory </vt:lpstr>
      <vt:lpstr>The “right” prompt</vt:lpstr>
      <vt:lpstr>PowerPoint Presentation</vt:lpstr>
      <vt:lpstr>Exploring the code base</vt:lpstr>
      <vt:lpstr>Using the Plan mode </vt:lpstr>
      <vt:lpstr>Managing the Context </vt:lpstr>
      <vt:lpstr>Tracking Usage and Cost</vt:lpstr>
      <vt:lpstr>Model Context Protocol )MCP(</vt:lpstr>
      <vt:lpstr>Adding tools</vt:lpstr>
      <vt:lpstr>Adding tools</vt:lpstr>
      <vt:lpstr>Creating skills</vt:lpstr>
      <vt:lpstr>Adding skills </vt:lpstr>
      <vt:lpstr>Checkpointing </vt:lpstr>
      <vt:lpstr>Checkpointing</vt:lpstr>
      <vt:lpstr>Creating Subagents </vt:lpstr>
      <vt:lpstr>Code Review</vt:lpstr>
      <vt:lpstr>The future of engineering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avrahami</dc:creator>
  <cp:lastModifiedBy>paul avrahami</cp:lastModifiedBy>
  <cp:revision>1</cp:revision>
  <dcterms:created xsi:type="dcterms:W3CDTF">2026-09-14T05:18:18Z</dcterms:created>
  <dcterms:modified xsi:type="dcterms:W3CDTF">2026-09-15T16:35:27Z</dcterms:modified>
</cp:coreProperties>
</file>